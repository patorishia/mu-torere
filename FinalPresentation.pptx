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3" r:id="rId2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F7E2C-E8B4-4821-A9F3-5DA1B6F7B373}" v="141" dt="2026-04-13T22:27:16.462"/>
    <p1510:client id="{42C715FD-C51D-4357-B3DD-9ADA5624EFE7}" v="12" dt="2026-04-14T15:46:47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Destaqu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Destaqu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C245B9-2609-46AA-ABA8-04636DC630F7}" type="doc">
      <dgm:prSet loTypeId="urn:microsoft.com/office/officeart/2018/2/layout/IconCircleList" loCatId="icon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3F4F4DD-1DFB-42CA-BAE1-FC8F114573C4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Objetos: Jogo, Jogador, Peça, Tabuleiro</a:t>
          </a:r>
          <a:endParaRPr lang="en-US"/>
        </a:p>
      </dgm:t>
    </dgm:pt>
    <dgm:pt modelId="{1932A101-D47A-4DED-A43E-7240DCEB13A4}" type="parTrans" cxnId="{169CFEA6-1FDE-44DB-A432-472DE02D09B2}">
      <dgm:prSet/>
      <dgm:spPr/>
      <dgm:t>
        <a:bodyPr/>
        <a:lstStyle/>
        <a:p>
          <a:endParaRPr lang="en-US"/>
        </a:p>
      </dgm:t>
    </dgm:pt>
    <dgm:pt modelId="{68DF6CFF-6E70-4104-81FE-A6459D3A53A9}" type="sibTrans" cxnId="{169CFEA6-1FDE-44DB-A432-472DE02D09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6E6CBAB-AB2F-4B5B-BFE4-55DD2E034B1F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Ações: mover, validar, alternar turno</a:t>
          </a:r>
          <a:endParaRPr lang="en-US"/>
        </a:p>
      </dgm:t>
    </dgm:pt>
    <dgm:pt modelId="{157FC279-932A-43BC-B496-4EA349823F8D}" type="parTrans" cxnId="{3287D95B-9FAB-4FAE-8EFB-94C2831FD3C9}">
      <dgm:prSet/>
      <dgm:spPr/>
      <dgm:t>
        <a:bodyPr/>
        <a:lstStyle/>
        <a:p>
          <a:endParaRPr lang="en-US"/>
        </a:p>
      </dgm:t>
    </dgm:pt>
    <dgm:pt modelId="{6F985FF3-948E-4012-AFA7-5CC712F4D2EF}" type="sibTrans" cxnId="{3287D95B-9FAB-4FAE-8EFB-94C2831FD3C9}">
      <dgm:prSet/>
      <dgm:spPr/>
      <dgm:t>
        <a:bodyPr/>
        <a:lstStyle/>
        <a:p>
          <a:endParaRPr lang="en-US"/>
        </a:p>
      </dgm:t>
    </dgm:pt>
    <dgm:pt modelId="{D495021C-9D69-47C7-B2EA-81A474112040}" type="pres">
      <dgm:prSet presAssocID="{C5C245B9-2609-46AA-ABA8-04636DC630F7}" presName="root" presStyleCnt="0">
        <dgm:presLayoutVars>
          <dgm:dir/>
          <dgm:resizeHandles val="exact"/>
        </dgm:presLayoutVars>
      </dgm:prSet>
      <dgm:spPr/>
    </dgm:pt>
    <dgm:pt modelId="{37959B4A-79DD-4501-A1C4-53B018458B8B}" type="pres">
      <dgm:prSet presAssocID="{C5C245B9-2609-46AA-ABA8-04636DC630F7}" presName="container" presStyleCnt="0">
        <dgm:presLayoutVars>
          <dgm:dir/>
          <dgm:resizeHandles val="exact"/>
        </dgm:presLayoutVars>
      </dgm:prSet>
      <dgm:spPr/>
    </dgm:pt>
    <dgm:pt modelId="{A8C93237-9DDB-4C67-BD63-732959BC87C2}" type="pres">
      <dgm:prSet presAssocID="{A3F4F4DD-1DFB-42CA-BAE1-FC8F114573C4}" presName="compNode" presStyleCnt="0"/>
      <dgm:spPr/>
    </dgm:pt>
    <dgm:pt modelId="{2823E470-A041-4B72-8D25-580BAE4CD642}" type="pres">
      <dgm:prSet presAssocID="{A3F4F4DD-1DFB-42CA-BAE1-FC8F114573C4}" presName="iconBgRect" presStyleLbl="bgShp" presStyleIdx="0" presStyleCnt="2"/>
      <dgm:spPr/>
    </dgm:pt>
    <dgm:pt modelId="{137558D0-144C-4EA9-ADC7-788BD4C4063C}" type="pres">
      <dgm:prSet presAssocID="{A3F4F4DD-1DFB-42CA-BAE1-FC8F114573C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e de Cozinha"/>
        </a:ext>
      </dgm:extLst>
    </dgm:pt>
    <dgm:pt modelId="{FA0C0EA4-13AC-46AF-8F34-CA3FCA2C1CEF}" type="pres">
      <dgm:prSet presAssocID="{A3F4F4DD-1DFB-42CA-BAE1-FC8F114573C4}" presName="spaceRect" presStyleCnt="0"/>
      <dgm:spPr/>
    </dgm:pt>
    <dgm:pt modelId="{9B806F89-7570-4E9A-9F34-60EDDD85B98E}" type="pres">
      <dgm:prSet presAssocID="{A3F4F4DD-1DFB-42CA-BAE1-FC8F114573C4}" presName="textRect" presStyleLbl="revTx" presStyleIdx="0" presStyleCnt="2">
        <dgm:presLayoutVars>
          <dgm:chMax val="1"/>
          <dgm:chPref val="1"/>
        </dgm:presLayoutVars>
      </dgm:prSet>
      <dgm:spPr/>
    </dgm:pt>
    <dgm:pt modelId="{97280D01-C387-4E2A-90C8-B10E8DEE723E}" type="pres">
      <dgm:prSet presAssocID="{68DF6CFF-6E70-4104-81FE-A6459D3A53A9}" presName="sibTrans" presStyleLbl="sibTrans2D1" presStyleIdx="0" presStyleCnt="0"/>
      <dgm:spPr/>
    </dgm:pt>
    <dgm:pt modelId="{D33ABA3C-7BEB-4A95-9B3F-B0065E1A627B}" type="pres">
      <dgm:prSet presAssocID="{76E6CBAB-AB2F-4B5B-BFE4-55DD2E034B1F}" presName="compNode" presStyleCnt="0"/>
      <dgm:spPr/>
    </dgm:pt>
    <dgm:pt modelId="{9E9E1D67-2386-4431-A2C9-F77A614461C2}" type="pres">
      <dgm:prSet presAssocID="{76E6CBAB-AB2F-4B5B-BFE4-55DD2E034B1F}" presName="iconBgRect" presStyleLbl="bgShp" presStyleIdx="1" presStyleCnt="2"/>
      <dgm:spPr/>
    </dgm:pt>
    <dgm:pt modelId="{BBA96641-BBB0-494F-BA6D-E34309685CBC}" type="pres">
      <dgm:prSet presAssocID="{76E6CBAB-AB2F-4B5B-BFE4-55DD2E034B1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7023C796-21B8-4018-B215-2481E48DFA00}" type="pres">
      <dgm:prSet presAssocID="{76E6CBAB-AB2F-4B5B-BFE4-55DD2E034B1F}" presName="spaceRect" presStyleCnt="0"/>
      <dgm:spPr/>
    </dgm:pt>
    <dgm:pt modelId="{B7916C9B-3B42-479A-947B-21D18BF78278}" type="pres">
      <dgm:prSet presAssocID="{76E6CBAB-AB2F-4B5B-BFE4-55DD2E034B1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C4BDF39-C2CB-428F-A023-1E3614B278E7}" type="presOf" srcId="{68DF6CFF-6E70-4104-81FE-A6459D3A53A9}" destId="{97280D01-C387-4E2A-90C8-B10E8DEE723E}" srcOrd="0" destOrd="0" presId="urn:microsoft.com/office/officeart/2018/2/layout/IconCircleList"/>
    <dgm:cxn modelId="{3287D95B-9FAB-4FAE-8EFB-94C2831FD3C9}" srcId="{C5C245B9-2609-46AA-ABA8-04636DC630F7}" destId="{76E6CBAB-AB2F-4B5B-BFE4-55DD2E034B1F}" srcOrd="1" destOrd="0" parTransId="{157FC279-932A-43BC-B496-4EA349823F8D}" sibTransId="{6F985FF3-948E-4012-AFA7-5CC712F4D2EF}"/>
    <dgm:cxn modelId="{1433D154-844B-47CD-94D6-902755EFBF78}" type="presOf" srcId="{C5C245B9-2609-46AA-ABA8-04636DC630F7}" destId="{D495021C-9D69-47C7-B2EA-81A474112040}" srcOrd="0" destOrd="0" presId="urn:microsoft.com/office/officeart/2018/2/layout/IconCircleList"/>
    <dgm:cxn modelId="{169CFEA6-1FDE-44DB-A432-472DE02D09B2}" srcId="{C5C245B9-2609-46AA-ABA8-04636DC630F7}" destId="{A3F4F4DD-1DFB-42CA-BAE1-FC8F114573C4}" srcOrd="0" destOrd="0" parTransId="{1932A101-D47A-4DED-A43E-7240DCEB13A4}" sibTransId="{68DF6CFF-6E70-4104-81FE-A6459D3A53A9}"/>
    <dgm:cxn modelId="{B5101CC2-0007-481F-96F3-33877F2C6247}" type="presOf" srcId="{76E6CBAB-AB2F-4B5B-BFE4-55DD2E034B1F}" destId="{B7916C9B-3B42-479A-947B-21D18BF78278}" srcOrd="0" destOrd="0" presId="urn:microsoft.com/office/officeart/2018/2/layout/IconCircleList"/>
    <dgm:cxn modelId="{21A1FAE8-4398-46CD-8DA0-C305DB35C61F}" type="presOf" srcId="{A3F4F4DD-1DFB-42CA-BAE1-FC8F114573C4}" destId="{9B806F89-7570-4E9A-9F34-60EDDD85B98E}" srcOrd="0" destOrd="0" presId="urn:microsoft.com/office/officeart/2018/2/layout/IconCircleList"/>
    <dgm:cxn modelId="{19D5957B-BF25-418A-BDF3-B6EEFE248814}" type="presParOf" srcId="{D495021C-9D69-47C7-B2EA-81A474112040}" destId="{37959B4A-79DD-4501-A1C4-53B018458B8B}" srcOrd="0" destOrd="0" presId="urn:microsoft.com/office/officeart/2018/2/layout/IconCircleList"/>
    <dgm:cxn modelId="{48124218-BD8F-4B07-A62D-9B8F4B5DA1AD}" type="presParOf" srcId="{37959B4A-79DD-4501-A1C4-53B018458B8B}" destId="{A8C93237-9DDB-4C67-BD63-732959BC87C2}" srcOrd="0" destOrd="0" presId="urn:microsoft.com/office/officeart/2018/2/layout/IconCircleList"/>
    <dgm:cxn modelId="{04554249-D9CD-446B-A70F-2DC6171E4384}" type="presParOf" srcId="{A8C93237-9DDB-4C67-BD63-732959BC87C2}" destId="{2823E470-A041-4B72-8D25-580BAE4CD642}" srcOrd="0" destOrd="0" presId="urn:microsoft.com/office/officeart/2018/2/layout/IconCircleList"/>
    <dgm:cxn modelId="{4D924F04-E61F-4248-9588-58432D42E8BD}" type="presParOf" srcId="{A8C93237-9DDB-4C67-BD63-732959BC87C2}" destId="{137558D0-144C-4EA9-ADC7-788BD4C4063C}" srcOrd="1" destOrd="0" presId="urn:microsoft.com/office/officeart/2018/2/layout/IconCircleList"/>
    <dgm:cxn modelId="{4A925940-4D72-4DBA-A34D-43551D8BC86C}" type="presParOf" srcId="{A8C93237-9DDB-4C67-BD63-732959BC87C2}" destId="{FA0C0EA4-13AC-46AF-8F34-CA3FCA2C1CEF}" srcOrd="2" destOrd="0" presId="urn:microsoft.com/office/officeart/2018/2/layout/IconCircleList"/>
    <dgm:cxn modelId="{5F1C66DB-F579-4DA3-8DDD-634C1CF68470}" type="presParOf" srcId="{A8C93237-9DDB-4C67-BD63-732959BC87C2}" destId="{9B806F89-7570-4E9A-9F34-60EDDD85B98E}" srcOrd="3" destOrd="0" presId="urn:microsoft.com/office/officeart/2018/2/layout/IconCircleList"/>
    <dgm:cxn modelId="{AB3ADF1D-F93D-439F-9C31-644E4BC6CC60}" type="presParOf" srcId="{37959B4A-79DD-4501-A1C4-53B018458B8B}" destId="{97280D01-C387-4E2A-90C8-B10E8DEE723E}" srcOrd="1" destOrd="0" presId="urn:microsoft.com/office/officeart/2018/2/layout/IconCircleList"/>
    <dgm:cxn modelId="{F77F54B2-B9B0-4A62-8D77-35CD3CCC7FFF}" type="presParOf" srcId="{37959B4A-79DD-4501-A1C4-53B018458B8B}" destId="{D33ABA3C-7BEB-4A95-9B3F-B0065E1A627B}" srcOrd="2" destOrd="0" presId="urn:microsoft.com/office/officeart/2018/2/layout/IconCircleList"/>
    <dgm:cxn modelId="{3FFC8C5E-EC01-419E-97EF-86671F9000CE}" type="presParOf" srcId="{D33ABA3C-7BEB-4A95-9B3F-B0065E1A627B}" destId="{9E9E1D67-2386-4431-A2C9-F77A614461C2}" srcOrd="0" destOrd="0" presId="urn:microsoft.com/office/officeart/2018/2/layout/IconCircleList"/>
    <dgm:cxn modelId="{46AADA02-8BD9-4DF4-8067-983622E31824}" type="presParOf" srcId="{D33ABA3C-7BEB-4A95-9B3F-B0065E1A627B}" destId="{BBA96641-BBB0-494F-BA6D-E34309685CBC}" srcOrd="1" destOrd="0" presId="urn:microsoft.com/office/officeart/2018/2/layout/IconCircleList"/>
    <dgm:cxn modelId="{C58A54D0-530B-4D41-9A11-518F37186A4A}" type="presParOf" srcId="{D33ABA3C-7BEB-4A95-9B3F-B0065E1A627B}" destId="{7023C796-21B8-4018-B215-2481E48DFA00}" srcOrd="2" destOrd="0" presId="urn:microsoft.com/office/officeart/2018/2/layout/IconCircleList"/>
    <dgm:cxn modelId="{3E6F1B9C-0B18-4A5C-BFF6-D8A346808925}" type="presParOf" srcId="{D33ABA3C-7BEB-4A95-9B3F-B0065E1A627B}" destId="{B7916C9B-3B42-479A-947B-21D18BF7827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E37C0F-C543-43A7-BC28-A9840A23E6E5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6D682D74-C5AB-4547-857E-DE1886EB1312}">
      <dgm:prSet/>
      <dgm:spPr/>
      <dgm:t>
        <a:bodyPr/>
        <a:lstStyle/>
        <a:p>
          <a:r>
            <a:rPr lang="pt-PT"/>
            <a:t>Java + JavaFX </a:t>
          </a:r>
          <a:endParaRPr lang="en-US"/>
        </a:p>
      </dgm:t>
    </dgm:pt>
    <dgm:pt modelId="{F88D1F74-ABF2-42D1-90C2-91CE45455B40}" type="parTrans" cxnId="{64F4037B-51F0-4683-B316-D23813EE9F17}">
      <dgm:prSet/>
      <dgm:spPr/>
      <dgm:t>
        <a:bodyPr/>
        <a:lstStyle/>
        <a:p>
          <a:endParaRPr lang="en-US"/>
        </a:p>
      </dgm:t>
    </dgm:pt>
    <dgm:pt modelId="{21BEE1C3-EAAF-4628-8F4B-80B3378069D9}" type="sibTrans" cxnId="{64F4037B-51F0-4683-B316-D23813EE9F17}">
      <dgm:prSet/>
      <dgm:spPr/>
      <dgm:t>
        <a:bodyPr/>
        <a:lstStyle/>
        <a:p>
          <a:endParaRPr lang="en-US"/>
        </a:p>
      </dgm:t>
    </dgm:pt>
    <dgm:pt modelId="{C41C1723-1225-446D-AD89-8E110E76B1E8}">
      <dgm:prSet/>
      <dgm:spPr/>
      <dgm:t>
        <a:bodyPr/>
        <a:lstStyle/>
        <a:p>
          <a:r>
            <a:rPr lang="pt-PT"/>
            <a:t>Interface simples e intuitiva </a:t>
          </a:r>
          <a:endParaRPr lang="en-US"/>
        </a:p>
      </dgm:t>
    </dgm:pt>
    <dgm:pt modelId="{5B7F9FA7-B1D2-44DE-B077-D841392BCDED}" type="parTrans" cxnId="{54DE5DC9-C19B-4B09-9C59-080105F9F997}">
      <dgm:prSet/>
      <dgm:spPr/>
      <dgm:t>
        <a:bodyPr/>
        <a:lstStyle/>
        <a:p>
          <a:endParaRPr lang="en-US"/>
        </a:p>
      </dgm:t>
    </dgm:pt>
    <dgm:pt modelId="{D3DCA83C-BFDF-430C-AFCD-8B1F312CF2BB}" type="sibTrans" cxnId="{54DE5DC9-C19B-4B09-9C59-080105F9F997}">
      <dgm:prSet/>
      <dgm:spPr/>
      <dgm:t>
        <a:bodyPr/>
        <a:lstStyle/>
        <a:p>
          <a:endParaRPr lang="en-US"/>
        </a:p>
      </dgm:t>
    </dgm:pt>
    <dgm:pt modelId="{82BFF62A-6B95-4B19-A032-376DA6326D6A}">
      <dgm:prSet/>
      <dgm:spPr/>
      <dgm:t>
        <a:bodyPr/>
        <a:lstStyle/>
        <a:p>
          <a:r>
            <a:rPr lang="pt-PT"/>
            <a:t>Resposta rápida </a:t>
          </a:r>
          <a:endParaRPr lang="en-US"/>
        </a:p>
      </dgm:t>
    </dgm:pt>
    <dgm:pt modelId="{1C2F44EB-ADEB-40F9-BCD5-BD39ECA28965}" type="parTrans" cxnId="{8A114D1E-CE6B-418B-B5DA-D95CEE3A9B1B}">
      <dgm:prSet/>
      <dgm:spPr/>
      <dgm:t>
        <a:bodyPr/>
        <a:lstStyle/>
        <a:p>
          <a:endParaRPr lang="en-US"/>
        </a:p>
      </dgm:t>
    </dgm:pt>
    <dgm:pt modelId="{26BF13C2-BAEE-4ACC-9DE3-C9C2C8E53B11}" type="sibTrans" cxnId="{8A114D1E-CE6B-418B-B5DA-D95CEE3A9B1B}">
      <dgm:prSet/>
      <dgm:spPr/>
      <dgm:t>
        <a:bodyPr/>
        <a:lstStyle/>
        <a:p>
          <a:endParaRPr lang="en-US"/>
        </a:p>
      </dgm:t>
    </dgm:pt>
    <dgm:pt modelId="{FD01AD01-D18E-4D70-B162-4E8EEAC4D596}">
      <dgm:prSet/>
      <dgm:spPr/>
      <dgm:t>
        <a:bodyPr/>
        <a:lstStyle/>
        <a:p>
          <a:r>
            <a:rPr lang="pt-PT"/>
            <a:t>Compatível com OpenJDK </a:t>
          </a:r>
          <a:endParaRPr lang="en-US"/>
        </a:p>
      </dgm:t>
    </dgm:pt>
    <dgm:pt modelId="{16A8B2B6-70C1-476F-BD59-B8EF08E1A9A1}" type="parTrans" cxnId="{8DC3E281-CF01-434E-B3A1-0159DB5EA51B}">
      <dgm:prSet/>
      <dgm:spPr/>
      <dgm:t>
        <a:bodyPr/>
        <a:lstStyle/>
        <a:p>
          <a:endParaRPr lang="en-US"/>
        </a:p>
      </dgm:t>
    </dgm:pt>
    <dgm:pt modelId="{60E3668E-C244-40E1-B06F-6634A0F3BD1B}" type="sibTrans" cxnId="{8DC3E281-CF01-434E-B3A1-0159DB5EA51B}">
      <dgm:prSet/>
      <dgm:spPr/>
      <dgm:t>
        <a:bodyPr/>
        <a:lstStyle/>
        <a:p>
          <a:endParaRPr lang="en-US"/>
        </a:p>
      </dgm:t>
    </dgm:pt>
    <dgm:pt modelId="{F89FD5F0-8E59-44EA-9684-C7C09BF17C24}">
      <dgm:prSet/>
      <dgm:spPr/>
      <dgm:t>
        <a:bodyPr/>
        <a:lstStyle/>
        <a:p>
          <a:r>
            <a:rPr lang="pt-PT"/>
            <a:t>Uso de Git</a:t>
          </a:r>
          <a:endParaRPr lang="en-US"/>
        </a:p>
      </dgm:t>
    </dgm:pt>
    <dgm:pt modelId="{E349A7FE-EA41-412E-BD20-214287BCEA27}" type="parTrans" cxnId="{B3E6E1FD-D8B9-43F7-8AC1-7B56F123C1D7}">
      <dgm:prSet/>
      <dgm:spPr/>
      <dgm:t>
        <a:bodyPr/>
        <a:lstStyle/>
        <a:p>
          <a:endParaRPr lang="en-US"/>
        </a:p>
      </dgm:t>
    </dgm:pt>
    <dgm:pt modelId="{9F7D26F5-32C4-4FB1-821D-B5FD580D50FB}" type="sibTrans" cxnId="{B3E6E1FD-D8B9-43F7-8AC1-7B56F123C1D7}">
      <dgm:prSet/>
      <dgm:spPr/>
      <dgm:t>
        <a:bodyPr/>
        <a:lstStyle/>
        <a:p>
          <a:endParaRPr lang="en-US"/>
        </a:p>
      </dgm:t>
    </dgm:pt>
    <dgm:pt modelId="{3600942C-AD01-42EA-BF84-641BEB733B66}" type="pres">
      <dgm:prSet presAssocID="{68E37C0F-C543-43A7-BC28-A9840A23E6E5}" presName="vert0" presStyleCnt="0">
        <dgm:presLayoutVars>
          <dgm:dir/>
          <dgm:animOne val="branch"/>
          <dgm:animLvl val="lvl"/>
        </dgm:presLayoutVars>
      </dgm:prSet>
      <dgm:spPr/>
    </dgm:pt>
    <dgm:pt modelId="{9918618A-1BC5-4480-8B91-18AF6D078CB7}" type="pres">
      <dgm:prSet presAssocID="{6D682D74-C5AB-4547-857E-DE1886EB1312}" presName="thickLine" presStyleLbl="alignNode1" presStyleIdx="0" presStyleCnt="5"/>
      <dgm:spPr/>
    </dgm:pt>
    <dgm:pt modelId="{1D097D68-F3EB-44D7-A43B-61090957061D}" type="pres">
      <dgm:prSet presAssocID="{6D682D74-C5AB-4547-857E-DE1886EB1312}" presName="horz1" presStyleCnt="0"/>
      <dgm:spPr/>
    </dgm:pt>
    <dgm:pt modelId="{622E0E10-9311-4844-9E51-D1BDC9B96C1C}" type="pres">
      <dgm:prSet presAssocID="{6D682D74-C5AB-4547-857E-DE1886EB1312}" presName="tx1" presStyleLbl="revTx" presStyleIdx="0" presStyleCnt="5"/>
      <dgm:spPr/>
    </dgm:pt>
    <dgm:pt modelId="{F2865E2F-923A-41E1-90DF-6F2A7EC0A0D0}" type="pres">
      <dgm:prSet presAssocID="{6D682D74-C5AB-4547-857E-DE1886EB1312}" presName="vert1" presStyleCnt="0"/>
      <dgm:spPr/>
    </dgm:pt>
    <dgm:pt modelId="{A5362471-6D22-4472-ABAC-C9EA425F77E1}" type="pres">
      <dgm:prSet presAssocID="{C41C1723-1225-446D-AD89-8E110E76B1E8}" presName="thickLine" presStyleLbl="alignNode1" presStyleIdx="1" presStyleCnt="5"/>
      <dgm:spPr/>
    </dgm:pt>
    <dgm:pt modelId="{BCCFCA0C-6EA9-4917-A771-6DFAA56DECF5}" type="pres">
      <dgm:prSet presAssocID="{C41C1723-1225-446D-AD89-8E110E76B1E8}" presName="horz1" presStyleCnt="0"/>
      <dgm:spPr/>
    </dgm:pt>
    <dgm:pt modelId="{E1E65B84-81B2-4E4B-88B1-59AB1A76AA50}" type="pres">
      <dgm:prSet presAssocID="{C41C1723-1225-446D-AD89-8E110E76B1E8}" presName="tx1" presStyleLbl="revTx" presStyleIdx="1" presStyleCnt="5"/>
      <dgm:spPr/>
    </dgm:pt>
    <dgm:pt modelId="{7B1082C7-0014-4CF6-BF2C-FC0F05A3EE0D}" type="pres">
      <dgm:prSet presAssocID="{C41C1723-1225-446D-AD89-8E110E76B1E8}" presName="vert1" presStyleCnt="0"/>
      <dgm:spPr/>
    </dgm:pt>
    <dgm:pt modelId="{0F471C4E-5982-4EF3-968B-9F3EE94184A6}" type="pres">
      <dgm:prSet presAssocID="{82BFF62A-6B95-4B19-A032-376DA6326D6A}" presName="thickLine" presStyleLbl="alignNode1" presStyleIdx="2" presStyleCnt="5"/>
      <dgm:spPr/>
    </dgm:pt>
    <dgm:pt modelId="{7E342C00-E725-40DF-9231-361CFE0F46C7}" type="pres">
      <dgm:prSet presAssocID="{82BFF62A-6B95-4B19-A032-376DA6326D6A}" presName="horz1" presStyleCnt="0"/>
      <dgm:spPr/>
    </dgm:pt>
    <dgm:pt modelId="{32D1CEEF-C78F-427E-8D08-A3CD608B045F}" type="pres">
      <dgm:prSet presAssocID="{82BFF62A-6B95-4B19-A032-376DA6326D6A}" presName="tx1" presStyleLbl="revTx" presStyleIdx="2" presStyleCnt="5"/>
      <dgm:spPr/>
    </dgm:pt>
    <dgm:pt modelId="{C7D1015F-CE23-4935-87ED-607CE8F15F6D}" type="pres">
      <dgm:prSet presAssocID="{82BFF62A-6B95-4B19-A032-376DA6326D6A}" presName="vert1" presStyleCnt="0"/>
      <dgm:spPr/>
    </dgm:pt>
    <dgm:pt modelId="{692DB56A-D6EF-4E05-B528-6A4777FA4789}" type="pres">
      <dgm:prSet presAssocID="{FD01AD01-D18E-4D70-B162-4E8EEAC4D596}" presName="thickLine" presStyleLbl="alignNode1" presStyleIdx="3" presStyleCnt="5"/>
      <dgm:spPr/>
    </dgm:pt>
    <dgm:pt modelId="{46F2CA73-5F75-4E3B-9F85-5AFB9F81BA16}" type="pres">
      <dgm:prSet presAssocID="{FD01AD01-D18E-4D70-B162-4E8EEAC4D596}" presName="horz1" presStyleCnt="0"/>
      <dgm:spPr/>
    </dgm:pt>
    <dgm:pt modelId="{4F377979-AE5E-48DD-8DAC-9B67C87E2E7E}" type="pres">
      <dgm:prSet presAssocID="{FD01AD01-D18E-4D70-B162-4E8EEAC4D596}" presName="tx1" presStyleLbl="revTx" presStyleIdx="3" presStyleCnt="5"/>
      <dgm:spPr/>
    </dgm:pt>
    <dgm:pt modelId="{2EEB40E9-B882-466E-AA30-B71503C2364B}" type="pres">
      <dgm:prSet presAssocID="{FD01AD01-D18E-4D70-B162-4E8EEAC4D596}" presName="vert1" presStyleCnt="0"/>
      <dgm:spPr/>
    </dgm:pt>
    <dgm:pt modelId="{03535EFF-8100-4987-A1BB-BFBB9FD7D932}" type="pres">
      <dgm:prSet presAssocID="{F89FD5F0-8E59-44EA-9684-C7C09BF17C24}" presName="thickLine" presStyleLbl="alignNode1" presStyleIdx="4" presStyleCnt="5"/>
      <dgm:spPr/>
    </dgm:pt>
    <dgm:pt modelId="{98C020F6-57F1-48FD-976B-1A30B4073B2B}" type="pres">
      <dgm:prSet presAssocID="{F89FD5F0-8E59-44EA-9684-C7C09BF17C24}" presName="horz1" presStyleCnt="0"/>
      <dgm:spPr/>
    </dgm:pt>
    <dgm:pt modelId="{F5DCC085-F530-46AE-8049-0AD06A4BBB4C}" type="pres">
      <dgm:prSet presAssocID="{F89FD5F0-8E59-44EA-9684-C7C09BF17C24}" presName="tx1" presStyleLbl="revTx" presStyleIdx="4" presStyleCnt="5"/>
      <dgm:spPr/>
    </dgm:pt>
    <dgm:pt modelId="{F2508DC0-1B40-49B7-A9E7-8FA51CC85F24}" type="pres">
      <dgm:prSet presAssocID="{F89FD5F0-8E59-44EA-9684-C7C09BF17C24}" presName="vert1" presStyleCnt="0"/>
      <dgm:spPr/>
    </dgm:pt>
  </dgm:ptLst>
  <dgm:cxnLst>
    <dgm:cxn modelId="{E1D7E40D-A4E6-4077-A998-494BA9C0B91F}" type="presOf" srcId="{F89FD5F0-8E59-44EA-9684-C7C09BF17C24}" destId="{F5DCC085-F530-46AE-8049-0AD06A4BBB4C}" srcOrd="0" destOrd="0" presId="urn:microsoft.com/office/officeart/2008/layout/LinedList"/>
    <dgm:cxn modelId="{8A114D1E-CE6B-418B-B5DA-D95CEE3A9B1B}" srcId="{68E37C0F-C543-43A7-BC28-A9840A23E6E5}" destId="{82BFF62A-6B95-4B19-A032-376DA6326D6A}" srcOrd="2" destOrd="0" parTransId="{1C2F44EB-ADEB-40F9-BCD5-BD39ECA28965}" sibTransId="{26BF13C2-BAEE-4ACC-9DE3-C9C2C8E53B11}"/>
    <dgm:cxn modelId="{C7020D53-93CB-4AD5-8C3F-D15A9A8C7A4C}" type="presOf" srcId="{82BFF62A-6B95-4B19-A032-376DA6326D6A}" destId="{32D1CEEF-C78F-427E-8D08-A3CD608B045F}" srcOrd="0" destOrd="0" presId="urn:microsoft.com/office/officeart/2008/layout/LinedList"/>
    <dgm:cxn modelId="{C1E7A755-634A-4DB5-A6D8-BF35AECA2624}" type="presOf" srcId="{68E37C0F-C543-43A7-BC28-A9840A23E6E5}" destId="{3600942C-AD01-42EA-BF84-641BEB733B66}" srcOrd="0" destOrd="0" presId="urn:microsoft.com/office/officeart/2008/layout/LinedList"/>
    <dgm:cxn modelId="{64F4037B-51F0-4683-B316-D23813EE9F17}" srcId="{68E37C0F-C543-43A7-BC28-A9840A23E6E5}" destId="{6D682D74-C5AB-4547-857E-DE1886EB1312}" srcOrd="0" destOrd="0" parTransId="{F88D1F74-ABF2-42D1-90C2-91CE45455B40}" sibTransId="{21BEE1C3-EAAF-4628-8F4B-80B3378069D9}"/>
    <dgm:cxn modelId="{8DC3E281-CF01-434E-B3A1-0159DB5EA51B}" srcId="{68E37C0F-C543-43A7-BC28-A9840A23E6E5}" destId="{FD01AD01-D18E-4D70-B162-4E8EEAC4D596}" srcOrd="3" destOrd="0" parTransId="{16A8B2B6-70C1-476F-BD59-B8EF08E1A9A1}" sibTransId="{60E3668E-C244-40E1-B06F-6634A0F3BD1B}"/>
    <dgm:cxn modelId="{31B34E84-64B8-440C-83D1-43FB31E9637E}" type="presOf" srcId="{C41C1723-1225-446D-AD89-8E110E76B1E8}" destId="{E1E65B84-81B2-4E4B-88B1-59AB1A76AA50}" srcOrd="0" destOrd="0" presId="urn:microsoft.com/office/officeart/2008/layout/LinedList"/>
    <dgm:cxn modelId="{23F44E89-9006-4CDD-AA2D-FF359D959213}" type="presOf" srcId="{FD01AD01-D18E-4D70-B162-4E8EEAC4D596}" destId="{4F377979-AE5E-48DD-8DAC-9B67C87E2E7E}" srcOrd="0" destOrd="0" presId="urn:microsoft.com/office/officeart/2008/layout/LinedList"/>
    <dgm:cxn modelId="{54DE5DC9-C19B-4B09-9C59-080105F9F997}" srcId="{68E37C0F-C543-43A7-BC28-A9840A23E6E5}" destId="{C41C1723-1225-446D-AD89-8E110E76B1E8}" srcOrd="1" destOrd="0" parTransId="{5B7F9FA7-B1D2-44DE-B077-D841392BCDED}" sibTransId="{D3DCA83C-BFDF-430C-AFCD-8B1F312CF2BB}"/>
    <dgm:cxn modelId="{2244C7E0-A285-4085-B02B-DC52A7954372}" type="presOf" srcId="{6D682D74-C5AB-4547-857E-DE1886EB1312}" destId="{622E0E10-9311-4844-9E51-D1BDC9B96C1C}" srcOrd="0" destOrd="0" presId="urn:microsoft.com/office/officeart/2008/layout/LinedList"/>
    <dgm:cxn modelId="{B3E6E1FD-D8B9-43F7-8AC1-7B56F123C1D7}" srcId="{68E37C0F-C543-43A7-BC28-A9840A23E6E5}" destId="{F89FD5F0-8E59-44EA-9684-C7C09BF17C24}" srcOrd="4" destOrd="0" parTransId="{E349A7FE-EA41-412E-BD20-214287BCEA27}" sibTransId="{9F7D26F5-32C4-4FB1-821D-B5FD580D50FB}"/>
    <dgm:cxn modelId="{343E399C-DDE5-49D3-9261-2FD65EB53A3B}" type="presParOf" srcId="{3600942C-AD01-42EA-BF84-641BEB733B66}" destId="{9918618A-1BC5-4480-8B91-18AF6D078CB7}" srcOrd="0" destOrd="0" presId="urn:microsoft.com/office/officeart/2008/layout/LinedList"/>
    <dgm:cxn modelId="{3CABECC1-4D96-47E9-AB2B-45E2D7851FB3}" type="presParOf" srcId="{3600942C-AD01-42EA-BF84-641BEB733B66}" destId="{1D097D68-F3EB-44D7-A43B-61090957061D}" srcOrd="1" destOrd="0" presId="urn:microsoft.com/office/officeart/2008/layout/LinedList"/>
    <dgm:cxn modelId="{0A5FC85C-B092-4970-BB2D-74A2B8D41783}" type="presParOf" srcId="{1D097D68-F3EB-44D7-A43B-61090957061D}" destId="{622E0E10-9311-4844-9E51-D1BDC9B96C1C}" srcOrd="0" destOrd="0" presId="urn:microsoft.com/office/officeart/2008/layout/LinedList"/>
    <dgm:cxn modelId="{34DEFBFE-1E63-48CF-A819-818C63852410}" type="presParOf" srcId="{1D097D68-F3EB-44D7-A43B-61090957061D}" destId="{F2865E2F-923A-41E1-90DF-6F2A7EC0A0D0}" srcOrd="1" destOrd="0" presId="urn:microsoft.com/office/officeart/2008/layout/LinedList"/>
    <dgm:cxn modelId="{CACC73FA-4FB8-4E62-B1F7-B545BD7EFEC1}" type="presParOf" srcId="{3600942C-AD01-42EA-BF84-641BEB733B66}" destId="{A5362471-6D22-4472-ABAC-C9EA425F77E1}" srcOrd="2" destOrd="0" presId="urn:microsoft.com/office/officeart/2008/layout/LinedList"/>
    <dgm:cxn modelId="{FE946AA8-03DA-4C85-A555-D2ED92AABC5A}" type="presParOf" srcId="{3600942C-AD01-42EA-BF84-641BEB733B66}" destId="{BCCFCA0C-6EA9-4917-A771-6DFAA56DECF5}" srcOrd="3" destOrd="0" presId="urn:microsoft.com/office/officeart/2008/layout/LinedList"/>
    <dgm:cxn modelId="{7F1D35DD-F0F1-49E8-B0AE-ACDA95826EDB}" type="presParOf" srcId="{BCCFCA0C-6EA9-4917-A771-6DFAA56DECF5}" destId="{E1E65B84-81B2-4E4B-88B1-59AB1A76AA50}" srcOrd="0" destOrd="0" presId="urn:microsoft.com/office/officeart/2008/layout/LinedList"/>
    <dgm:cxn modelId="{1C08961C-1A02-40B8-AE3E-9EECCAF4EA4D}" type="presParOf" srcId="{BCCFCA0C-6EA9-4917-A771-6DFAA56DECF5}" destId="{7B1082C7-0014-4CF6-BF2C-FC0F05A3EE0D}" srcOrd="1" destOrd="0" presId="urn:microsoft.com/office/officeart/2008/layout/LinedList"/>
    <dgm:cxn modelId="{74C359AD-27B0-477E-9EC3-0D26B54BBFFF}" type="presParOf" srcId="{3600942C-AD01-42EA-BF84-641BEB733B66}" destId="{0F471C4E-5982-4EF3-968B-9F3EE94184A6}" srcOrd="4" destOrd="0" presId="urn:microsoft.com/office/officeart/2008/layout/LinedList"/>
    <dgm:cxn modelId="{16329D61-60E7-4493-B3E7-3C86A2AE84B9}" type="presParOf" srcId="{3600942C-AD01-42EA-BF84-641BEB733B66}" destId="{7E342C00-E725-40DF-9231-361CFE0F46C7}" srcOrd="5" destOrd="0" presId="urn:microsoft.com/office/officeart/2008/layout/LinedList"/>
    <dgm:cxn modelId="{C211DE59-A77B-44E1-A3D2-96A93224B140}" type="presParOf" srcId="{7E342C00-E725-40DF-9231-361CFE0F46C7}" destId="{32D1CEEF-C78F-427E-8D08-A3CD608B045F}" srcOrd="0" destOrd="0" presId="urn:microsoft.com/office/officeart/2008/layout/LinedList"/>
    <dgm:cxn modelId="{4C40D5E1-6849-4D4D-9130-28C822820041}" type="presParOf" srcId="{7E342C00-E725-40DF-9231-361CFE0F46C7}" destId="{C7D1015F-CE23-4935-87ED-607CE8F15F6D}" srcOrd="1" destOrd="0" presId="urn:microsoft.com/office/officeart/2008/layout/LinedList"/>
    <dgm:cxn modelId="{A790061B-6B21-4600-84A3-BDF5BC85F521}" type="presParOf" srcId="{3600942C-AD01-42EA-BF84-641BEB733B66}" destId="{692DB56A-D6EF-4E05-B528-6A4777FA4789}" srcOrd="6" destOrd="0" presId="urn:microsoft.com/office/officeart/2008/layout/LinedList"/>
    <dgm:cxn modelId="{C655092B-9B4C-4594-8D80-DCA38B71C9B7}" type="presParOf" srcId="{3600942C-AD01-42EA-BF84-641BEB733B66}" destId="{46F2CA73-5F75-4E3B-9F85-5AFB9F81BA16}" srcOrd="7" destOrd="0" presId="urn:microsoft.com/office/officeart/2008/layout/LinedList"/>
    <dgm:cxn modelId="{5BBB5252-90D0-4373-AC5D-DD330460D6A5}" type="presParOf" srcId="{46F2CA73-5F75-4E3B-9F85-5AFB9F81BA16}" destId="{4F377979-AE5E-48DD-8DAC-9B67C87E2E7E}" srcOrd="0" destOrd="0" presId="urn:microsoft.com/office/officeart/2008/layout/LinedList"/>
    <dgm:cxn modelId="{F251E932-1E48-4477-9A74-53B4A512784B}" type="presParOf" srcId="{46F2CA73-5F75-4E3B-9F85-5AFB9F81BA16}" destId="{2EEB40E9-B882-466E-AA30-B71503C2364B}" srcOrd="1" destOrd="0" presId="urn:microsoft.com/office/officeart/2008/layout/LinedList"/>
    <dgm:cxn modelId="{5F303741-2DE0-468D-A4C7-740695FE6729}" type="presParOf" srcId="{3600942C-AD01-42EA-BF84-641BEB733B66}" destId="{03535EFF-8100-4987-A1BB-BFBB9FD7D932}" srcOrd="8" destOrd="0" presId="urn:microsoft.com/office/officeart/2008/layout/LinedList"/>
    <dgm:cxn modelId="{9EAB61A8-4BEF-45E8-82F8-2EB0630B2058}" type="presParOf" srcId="{3600942C-AD01-42EA-BF84-641BEB733B66}" destId="{98C020F6-57F1-48FD-976B-1A30B4073B2B}" srcOrd="9" destOrd="0" presId="urn:microsoft.com/office/officeart/2008/layout/LinedList"/>
    <dgm:cxn modelId="{07831153-A91F-46E6-8E82-8DFF7E18E135}" type="presParOf" srcId="{98C020F6-57F1-48FD-976B-1A30B4073B2B}" destId="{F5DCC085-F530-46AE-8049-0AD06A4BBB4C}" srcOrd="0" destOrd="0" presId="urn:microsoft.com/office/officeart/2008/layout/LinedList"/>
    <dgm:cxn modelId="{D2801DDD-4BBF-442F-9801-9EA24E798820}" type="presParOf" srcId="{98C020F6-57F1-48FD-976B-1A30B4073B2B}" destId="{F2508DC0-1B40-49B7-A9E7-8FA51CC85F2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9019A4-6698-4002-9B3E-D51BC7B8F956}" type="doc">
      <dgm:prSet loTypeId="urn:microsoft.com/office/officeart/2005/8/layout/cycle8" loCatId="cycle" qsTypeId="urn:microsoft.com/office/officeart/2005/8/quickstyle/simple2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2CB0BD0-4E12-4292-A6FF-D1762CB720B6}">
      <dgm:prSet/>
      <dgm:spPr/>
      <dgm:t>
        <a:bodyPr/>
        <a:lstStyle/>
        <a:p>
          <a:r>
            <a:rPr lang="pt-PT"/>
            <a:t>Iniciar jogo </a:t>
          </a:r>
          <a:endParaRPr lang="en-US"/>
        </a:p>
      </dgm:t>
    </dgm:pt>
    <dgm:pt modelId="{8E767930-6AC5-4FF5-B92B-09FE99ADA22B}" type="parTrans" cxnId="{30DAF5C2-FDFD-4C24-912C-905D89BFD905}">
      <dgm:prSet/>
      <dgm:spPr/>
      <dgm:t>
        <a:bodyPr/>
        <a:lstStyle/>
        <a:p>
          <a:endParaRPr lang="en-US"/>
        </a:p>
      </dgm:t>
    </dgm:pt>
    <dgm:pt modelId="{2AF7F618-1F8E-47BF-98D6-0B86B783C6E5}" type="sibTrans" cxnId="{30DAF5C2-FDFD-4C24-912C-905D89BFD905}">
      <dgm:prSet/>
      <dgm:spPr/>
      <dgm:t>
        <a:bodyPr/>
        <a:lstStyle/>
        <a:p>
          <a:endParaRPr lang="en-US"/>
        </a:p>
      </dgm:t>
    </dgm:pt>
    <dgm:pt modelId="{68FC70E9-7691-49E6-A45E-F65115A87015}">
      <dgm:prSet/>
      <dgm:spPr/>
      <dgm:t>
        <a:bodyPr/>
        <a:lstStyle/>
        <a:p>
          <a:r>
            <a:rPr lang="pt-PT"/>
            <a:t>Jogador seleciona peça </a:t>
          </a:r>
          <a:endParaRPr lang="en-US"/>
        </a:p>
      </dgm:t>
    </dgm:pt>
    <dgm:pt modelId="{AF93949C-378C-4EF3-BFF3-112C4A68AC4D}" type="parTrans" cxnId="{16926431-5306-45B7-955F-997F2300FAC7}">
      <dgm:prSet/>
      <dgm:spPr/>
      <dgm:t>
        <a:bodyPr/>
        <a:lstStyle/>
        <a:p>
          <a:endParaRPr lang="en-US"/>
        </a:p>
      </dgm:t>
    </dgm:pt>
    <dgm:pt modelId="{6A71C576-0227-400D-B4FF-EBA36401F7B6}" type="sibTrans" cxnId="{16926431-5306-45B7-955F-997F2300FAC7}">
      <dgm:prSet/>
      <dgm:spPr/>
      <dgm:t>
        <a:bodyPr/>
        <a:lstStyle/>
        <a:p>
          <a:endParaRPr lang="en-US"/>
        </a:p>
      </dgm:t>
    </dgm:pt>
    <dgm:pt modelId="{B769988E-E716-465D-A9AB-667E6AC2C61A}">
      <dgm:prSet/>
      <dgm:spPr/>
      <dgm:t>
        <a:bodyPr/>
        <a:lstStyle/>
        <a:p>
          <a:r>
            <a:rPr lang="pt-PT"/>
            <a:t>Validar movimento </a:t>
          </a:r>
          <a:endParaRPr lang="en-US"/>
        </a:p>
      </dgm:t>
    </dgm:pt>
    <dgm:pt modelId="{B0D04BC4-6ADE-45D8-B166-56BD8239545E}" type="parTrans" cxnId="{49AD55FC-A90D-4D77-A797-93AB7A4BFAF6}">
      <dgm:prSet/>
      <dgm:spPr/>
      <dgm:t>
        <a:bodyPr/>
        <a:lstStyle/>
        <a:p>
          <a:endParaRPr lang="en-US"/>
        </a:p>
      </dgm:t>
    </dgm:pt>
    <dgm:pt modelId="{AE9509D3-B6E5-43D6-AE7C-8A5D54BE9BCA}" type="sibTrans" cxnId="{49AD55FC-A90D-4D77-A797-93AB7A4BFAF6}">
      <dgm:prSet/>
      <dgm:spPr/>
      <dgm:t>
        <a:bodyPr/>
        <a:lstStyle/>
        <a:p>
          <a:endParaRPr lang="en-US"/>
        </a:p>
      </dgm:t>
    </dgm:pt>
    <dgm:pt modelId="{CB4A4BE6-F30E-44F8-8948-EACBD429C2E4}">
      <dgm:prSet/>
      <dgm:spPr/>
      <dgm:t>
        <a:bodyPr/>
        <a:lstStyle/>
        <a:p>
          <a:r>
            <a:rPr lang="pt-PT"/>
            <a:t>Atualizar tabuleiro </a:t>
          </a:r>
          <a:endParaRPr lang="en-US"/>
        </a:p>
      </dgm:t>
    </dgm:pt>
    <dgm:pt modelId="{9EC44EE1-0E18-4EA1-823A-DC0D36160DE9}" type="parTrans" cxnId="{F26EEA03-DFF3-41F4-A79E-E49F05EC69CE}">
      <dgm:prSet/>
      <dgm:spPr/>
      <dgm:t>
        <a:bodyPr/>
        <a:lstStyle/>
        <a:p>
          <a:endParaRPr lang="en-US"/>
        </a:p>
      </dgm:t>
    </dgm:pt>
    <dgm:pt modelId="{4FEBF3A4-0070-4C05-AA20-78512F4F0BA4}" type="sibTrans" cxnId="{F26EEA03-DFF3-41F4-A79E-E49F05EC69CE}">
      <dgm:prSet/>
      <dgm:spPr/>
      <dgm:t>
        <a:bodyPr/>
        <a:lstStyle/>
        <a:p>
          <a:endParaRPr lang="en-US"/>
        </a:p>
      </dgm:t>
    </dgm:pt>
    <dgm:pt modelId="{52136C76-682C-4647-AEA4-7CE500AB8348}">
      <dgm:prSet/>
      <dgm:spPr/>
      <dgm:t>
        <a:bodyPr/>
        <a:lstStyle/>
        <a:p>
          <a:r>
            <a:rPr lang="pt-PT"/>
            <a:t>Enviar jogada (rede) </a:t>
          </a:r>
          <a:endParaRPr lang="en-US"/>
        </a:p>
      </dgm:t>
    </dgm:pt>
    <dgm:pt modelId="{54B56DDF-5794-4036-8492-1435A0EB4BF0}" type="parTrans" cxnId="{67CDCD87-B95E-4662-B9D6-F5CD8941F604}">
      <dgm:prSet/>
      <dgm:spPr/>
      <dgm:t>
        <a:bodyPr/>
        <a:lstStyle/>
        <a:p>
          <a:endParaRPr lang="en-US"/>
        </a:p>
      </dgm:t>
    </dgm:pt>
    <dgm:pt modelId="{010C7D42-7D38-4416-A3D0-A94DA95702A3}" type="sibTrans" cxnId="{67CDCD87-B95E-4662-B9D6-F5CD8941F604}">
      <dgm:prSet/>
      <dgm:spPr/>
      <dgm:t>
        <a:bodyPr/>
        <a:lstStyle/>
        <a:p>
          <a:endParaRPr lang="en-US"/>
        </a:p>
      </dgm:t>
    </dgm:pt>
    <dgm:pt modelId="{8CA4DBD1-B67C-46EE-97E7-096FCC3BC660}">
      <dgm:prSet/>
      <dgm:spPr/>
      <dgm:t>
        <a:bodyPr/>
        <a:lstStyle/>
        <a:p>
          <a:r>
            <a:rPr lang="pt-PT"/>
            <a:t>Verificar vitória </a:t>
          </a:r>
          <a:endParaRPr lang="en-US"/>
        </a:p>
      </dgm:t>
    </dgm:pt>
    <dgm:pt modelId="{09B7D41C-7817-4B6C-B5C4-45B652816311}" type="parTrans" cxnId="{252BD1F0-CB3A-4894-8E61-C2248FFF11A7}">
      <dgm:prSet/>
      <dgm:spPr/>
      <dgm:t>
        <a:bodyPr/>
        <a:lstStyle/>
        <a:p>
          <a:endParaRPr lang="en-US"/>
        </a:p>
      </dgm:t>
    </dgm:pt>
    <dgm:pt modelId="{5892EDF4-AF11-479B-BD0D-29EF92D33570}" type="sibTrans" cxnId="{252BD1F0-CB3A-4894-8E61-C2248FFF11A7}">
      <dgm:prSet/>
      <dgm:spPr/>
      <dgm:t>
        <a:bodyPr/>
        <a:lstStyle/>
        <a:p>
          <a:endParaRPr lang="en-US"/>
        </a:p>
      </dgm:t>
    </dgm:pt>
    <dgm:pt modelId="{3AC976FC-BE55-4438-B166-908F4AF3615A}">
      <dgm:prSet/>
      <dgm:spPr/>
      <dgm:t>
        <a:bodyPr/>
        <a:lstStyle/>
        <a:p>
          <a:r>
            <a:rPr lang="pt-PT"/>
            <a:t>Alternar turno </a:t>
          </a:r>
          <a:endParaRPr lang="en-US"/>
        </a:p>
      </dgm:t>
    </dgm:pt>
    <dgm:pt modelId="{31124695-96AB-4427-B89A-BA3E9695AF03}" type="parTrans" cxnId="{378DBF30-7330-4F90-9226-4C6CFFED1203}">
      <dgm:prSet/>
      <dgm:spPr/>
      <dgm:t>
        <a:bodyPr/>
        <a:lstStyle/>
        <a:p>
          <a:endParaRPr lang="en-US"/>
        </a:p>
      </dgm:t>
    </dgm:pt>
    <dgm:pt modelId="{DACA1360-738F-421B-B656-23FCB576D446}" type="sibTrans" cxnId="{378DBF30-7330-4F90-9226-4C6CFFED1203}">
      <dgm:prSet/>
      <dgm:spPr/>
      <dgm:t>
        <a:bodyPr/>
        <a:lstStyle/>
        <a:p>
          <a:endParaRPr lang="en-US"/>
        </a:p>
      </dgm:t>
    </dgm:pt>
    <dgm:pt modelId="{F6DBB602-D11E-43B0-B009-C8FC0C7648C2}" type="pres">
      <dgm:prSet presAssocID="{F79019A4-6698-4002-9B3E-D51BC7B8F956}" presName="compositeShape" presStyleCnt="0">
        <dgm:presLayoutVars>
          <dgm:chMax val="7"/>
          <dgm:dir/>
          <dgm:resizeHandles val="exact"/>
        </dgm:presLayoutVars>
      </dgm:prSet>
      <dgm:spPr/>
    </dgm:pt>
    <dgm:pt modelId="{58472A83-B4EA-4318-96A7-A406907BD0FA}" type="pres">
      <dgm:prSet presAssocID="{F79019A4-6698-4002-9B3E-D51BC7B8F956}" presName="wedge1" presStyleLbl="node1" presStyleIdx="0" presStyleCnt="7"/>
      <dgm:spPr/>
    </dgm:pt>
    <dgm:pt modelId="{544F960E-235B-48F5-BE7D-EDAA99516405}" type="pres">
      <dgm:prSet presAssocID="{F79019A4-6698-4002-9B3E-D51BC7B8F956}" presName="dummy1a" presStyleCnt="0"/>
      <dgm:spPr/>
    </dgm:pt>
    <dgm:pt modelId="{9A7ECA7B-CB3E-43F8-8A3B-57133D9929BA}" type="pres">
      <dgm:prSet presAssocID="{F79019A4-6698-4002-9B3E-D51BC7B8F956}" presName="dummy1b" presStyleCnt="0"/>
      <dgm:spPr/>
    </dgm:pt>
    <dgm:pt modelId="{204D1419-32B9-40A2-9284-B9852DB064D1}" type="pres">
      <dgm:prSet presAssocID="{F79019A4-6698-4002-9B3E-D51BC7B8F956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1D59F6B7-AF59-4713-A7E0-66A80C97D997}" type="pres">
      <dgm:prSet presAssocID="{F79019A4-6698-4002-9B3E-D51BC7B8F956}" presName="wedge2" presStyleLbl="node1" presStyleIdx="1" presStyleCnt="7"/>
      <dgm:spPr/>
    </dgm:pt>
    <dgm:pt modelId="{7B1AE39A-EA1A-4AA2-BC24-89B90697AA66}" type="pres">
      <dgm:prSet presAssocID="{F79019A4-6698-4002-9B3E-D51BC7B8F956}" presName="dummy2a" presStyleCnt="0"/>
      <dgm:spPr/>
    </dgm:pt>
    <dgm:pt modelId="{E1C96B2A-BC64-4E48-ADE8-0EFBA9989A55}" type="pres">
      <dgm:prSet presAssocID="{F79019A4-6698-4002-9B3E-D51BC7B8F956}" presName="dummy2b" presStyleCnt="0"/>
      <dgm:spPr/>
    </dgm:pt>
    <dgm:pt modelId="{F423B861-E0DC-4595-9845-7FBC2DBFBCF7}" type="pres">
      <dgm:prSet presAssocID="{F79019A4-6698-4002-9B3E-D51BC7B8F956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9D622F32-E447-4BD9-B9F2-B15C7C28175E}" type="pres">
      <dgm:prSet presAssocID="{F79019A4-6698-4002-9B3E-D51BC7B8F956}" presName="wedge3" presStyleLbl="node1" presStyleIdx="2" presStyleCnt="7"/>
      <dgm:spPr/>
    </dgm:pt>
    <dgm:pt modelId="{2E3050E6-1F53-4370-9583-4C22ECD7F532}" type="pres">
      <dgm:prSet presAssocID="{F79019A4-6698-4002-9B3E-D51BC7B8F956}" presName="dummy3a" presStyleCnt="0"/>
      <dgm:spPr/>
    </dgm:pt>
    <dgm:pt modelId="{A21D5345-F474-4431-9374-17AA2AB3830D}" type="pres">
      <dgm:prSet presAssocID="{F79019A4-6698-4002-9B3E-D51BC7B8F956}" presName="dummy3b" presStyleCnt="0"/>
      <dgm:spPr/>
    </dgm:pt>
    <dgm:pt modelId="{6798E766-7202-443A-B26D-74E3CE2BC967}" type="pres">
      <dgm:prSet presAssocID="{F79019A4-6698-4002-9B3E-D51BC7B8F956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C5B6F539-6536-42CB-BD9D-E10ED2702B58}" type="pres">
      <dgm:prSet presAssocID="{F79019A4-6698-4002-9B3E-D51BC7B8F956}" presName="wedge4" presStyleLbl="node1" presStyleIdx="3" presStyleCnt="7"/>
      <dgm:spPr/>
    </dgm:pt>
    <dgm:pt modelId="{4DA70971-997F-4FC1-88E8-1171BB9B6E1D}" type="pres">
      <dgm:prSet presAssocID="{F79019A4-6698-4002-9B3E-D51BC7B8F956}" presName="dummy4a" presStyleCnt="0"/>
      <dgm:spPr/>
    </dgm:pt>
    <dgm:pt modelId="{1136326B-16DE-4BB6-B040-319EC4F25207}" type="pres">
      <dgm:prSet presAssocID="{F79019A4-6698-4002-9B3E-D51BC7B8F956}" presName="dummy4b" presStyleCnt="0"/>
      <dgm:spPr/>
    </dgm:pt>
    <dgm:pt modelId="{2FE8B6D3-FFB1-4E92-9C6D-D8D6C5E58681}" type="pres">
      <dgm:prSet presAssocID="{F79019A4-6698-4002-9B3E-D51BC7B8F956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5172100F-6B64-49A3-A7D3-3324B8238F17}" type="pres">
      <dgm:prSet presAssocID="{F79019A4-6698-4002-9B3E-D51BC7B8F956}" presName="wedge5" presStyleLbl="node1" presStyleIdx="4" presStyleCnt="7"/>
      <dgm:spPr/>
    </dgm:pt>
    <dgm:pt modelId="{B6AF0886-941A-433B-B9C7-30D5787148F2}" type="pres">
      <dgm:prSet presAssocID="{F79019A4-6698-4002-9B3E-D51BC7B8F956}" presName="dummy5a" presStyleCnt="0"/>
      <dgm:spPr/>
    </dgm:pt>
    <dgm:pt modelId="{367120DE-0AA4-4DA2-A333-C5D759D17048}" type="pres">
      <dgm:prSet presAssocID="{F79019A4-6698-4002-9B3E-D51BC7B8F956}" presName="dummy5b" presStyleCnt="0"/>
      <dgm:spPr/>
    </dgm:pt>
    <dgm:pt modelId="{8E228FDF-E0D6-4941-ACC8-CE569CE894D0}" type="pres">
      <dgm:prSet presAssocID="{F79019A4-6698-4002-9B3E-D51BC7B8F956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6A898FC8-37FA-4DAB-A2AD-2A35E1A6DE71}" type="pres">
      <dgm:prSet presAssocID="{F79019A4-6698-4002-9B3E-D51BC7B8F956}" presName="wedge6" presStyleLbl="node1" presStyleIdx="5" presStyleCnt="7"/>
      <dgm:spPr/>
    </dgm:pt>
    <dgm:pt modelId="{135629AA-3842-4D16-88AC-05AF9D8735EA}" type="pres">
      <dgm:prSet presAssocID="{F79019A4-6698-4002-9B3E-D51BC7B8F956}" presName="dummy6a" presStyleCnt="0"/>
      <dgm:spPr/>
    </dgm:pt>
    <dgm:pt modelId="{B80A0C3B-975C-451D-9BAE-E2E8DD014CD5}" type="pres">
      <dgm:prSet presAssocID="{F79019A4-6698-4002-9B3E-D51BC7B8F956}" presName="dummy6b" presStyleCnt="0"/>
      <dgm:spPr/>
    </dgm:pt>
    <dgm:pt modelId="{DE8DD0E3-4798-4B03-A706-26B708352146}" type="pres">
      <dgm:prSet presAssocID="{F79019A4-6698-4002-9B3E-D51BC7B8F956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780BBBF7-9335-44D3-BB3A-4A062263CD73}" type="pres">
      <dgm:prSet presAssocID="{F79019A4-6698-4002-9B3E-D51BC7B8F956}" presName="wedge7" presStyleLbl="node1" presStyleIdx="6" presStyleCnt="7"/>
      <dgm:spPr/>
    </dgm:pt>
    <dgm:pt modelId="{9EE0D37C-3771-414A-95C1-9E6C1963FD76}" type="pres">
      <dgm:prSet presAssocID="{F79019A4-6698-4002-9B3E-D51BC7B8F956}" presName="dummy7a" presStyleCnt="0"/>
      <dgm:spPr/>
    </dgm:pt>
    <dgm:pt modelId="{BB501B05-C34A-4106-9EB5-884D1A9A5116}" type="pres">
      <dgm:prSet presAssocID="{F79019A4-6698-4002-9B3E-D51BC7B8F956}" presName="dummy7b" presStyleCnt="0"/>
      <dgm:spPr/>
    </dgm:pt>
    <dgm:pt modelId="{1E40E5E2-9601-4EBD-9C43-DB2EBFA60189}" type="pres">
      <dgm:prSet presAssocID="{F79019A4-6698-4002-9B3E-D51BC7B8F956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AE49245A-3E74-47D3-9B3F-6EBE56415A2D}" type="pres">
      <dgm:prSet presAssocID="{2AF7F618-1F8E-47BF-98D6-0B86B783C6E5}" presName="arrowWedge1" presStyleLbl="fgSibTrans2D1" presStyleIdx="0" presStyleCnt="7"/>
      <dgm:spPr/>
    </dgm:pt>
    <dgm:pt modelId="{3FEDBED8-8D22-465A-99C4-82A762A43D53}" type="pres">
      <dgm:prSet presAssocID="{6A71C576-0227-400D-B4FF-EBA36401F7B6}" presName="arrowWedge2" presStyleLbl="fgSibTrans2D1" presStyleIdx="1" presStyleCnt="7"/>
      <dgm:spPr/>
    </dgm:pt>
    <dgm:pt modelId="{F1784995-05E9-432C-AF05-D7E47D2AE39D}" type="pres">
      <dgm:prSet presAssocID="{AE9509D3-B6E5-43D6-AE7C-8A5D54BE9BCA}" presName="arrowWedge3" presStyleLbl="fgSibTrans2D1" presStyleIdx="2" presStyleCnt="7"/>
      <dgm:spPr/>
    </dgm:pt>
    <dgm:pt modelId="{A9690C24-221D-4198-BA21-38E1A415C5CA}" type="pres">
      <dgm:prSet presAssocID="{4FEBF3A4-0070-4C05-AA20-78512F4F0BA4}" presName="arrowWedge4" presStyleLbl="fgSibTrans2D1" presStyleIdx="3" presStyleCnt="7"/>
      <dgm:spPr/>
    </dgm:pt>
    <dgm:pt modelId="{60B7A93C-D3B6-4F97-9646-558B73578D83}" type="pres">
      <dgm:prSet presAssocID="{010C7D42-7D38-4416-A3D0-A94DA95702A3}" presName="arrowWedge5" presStyleLbl="fgSibTrans2D1" presStyleIdx="4" presStyleCnt="7"/>
      <dgm:spPr/>
    </dgm:pt>
    <dgm:pt modelId="{11BC74E8-01BD-4FDD-BB77-46B956366D90}" type="pres">
      <dgm:prSet presAssocID="{5892EDF4-AF11-479B-BD0D-29EF92D33570}" presName="arrowWedge6" presStyleLbl="fgSibTrans2D1" presStyleIdx="5" presStyleCnt="7"/>
      <dgm:spPr/>
    </dgm:pt>
    <dgm:pt modelId="{CEEB66DF-EA36-40DB-9923-E1E40423777F}" type="pres">
      <dgm:prSet presAssocID="{DACA1360-738F-421B-B656-23FCB576D446}" presName="arrowWedge7" presStyleLbl="fgSibTrans2D1" presStyleIdx="6" presStyleCnt="7"/>
      <dgm:spPr/>
    </dgm:pt>
  </dgm:ptLst>
  <dgm:cxnLst>
    <dgm:cxn modelId="{F26EEA03-DFF3-41F4-A79E-E49F05EC69CE}" srcId="{F79019A4-6698-4002-9B3E-D51BC7B8F956}" destId="{CB4A4BE6-F30E-44F8-8948-EACBD429C2E4}" srcOrd="3" destOrd="0" parTransId="{9EC44EE1-0E18-4EA1-823A-DC0D36160DE9}" sibTransId="{4FEBF3A4-0070-4C05-AA20-78512F4F0BA4}"/>
    <dgm:cxn modelId="{79CD5D29-EF05-4BF9-A234-3D231DF21068}" type="presOf" srcId="{D2CB0BD0-4E12-4292-A6FF-D1762CB720B6}" destId="{204D1419-32B9-40A2-9284-B9852DB064D1}" srcOrd="1" destOrd="0" presId="urn:microsoft.com/office/officeart/2005/8/layout/cycle8"/>
    <dgm:cxn modelId="{AB35602A-EFD5-4DEA-BF29-AC53C471D5B5}" type="presOf" srcId="{8CA4DBD1-B67C-46EE-97E7-096FCC3BC660}" destId="{6A898FC8-37FA-4DAB-A2AD-2A35E1A6DE71}" srcOrd="0" destOrd="0" presId="urn:microsoft.com/office/officeart/2005/8/layout/cycle8"/>
    <dgm:cxn modelId="{878A182B-F66D-4EB3-A1AD-D186E25D3C54}" type="presOf" srcId="{B769988E-E716-465D-A9AB-667E6AC2C61A}" destId="{9D622F32-E447-4BD9-B9F2-B15C7C28175E}" srcOrd="0" destOrd="0" presId="urn:microsoft.com/office/officeart/2005/8/layout/cycle8"/>
    <dgm:cxn modelId="{7C4E6E2E-E81D-4520-BD79-FC0E00FAF623}" type="presOf" srcId="{D2CB0BD0-4E12-4292-A6FF-D1762CB720B6}" destId="{58472A83-B4EA-4318-96A7-A406907BD0FA}" srcOrd="0" destOrd="0" presId="urn:microsoft.com/office/officeart/2005/8/layout/cycle8"/>
    <dgm:cxn modelId="{378DBF30-7330-4F90-9226-4C6CFFED1203}" srcId="{F79019A4-6698-4002-9B3E-D51BC7B8F956}" destId="{3AC976FC-BE55-4438-B166-908F4AF3615A}" srcOrd="6" destOrd="0" parTransId="{31124695-96AB-4427-B89A-BA3E9695AF03}" sibTransId="{DACA1360-738F-421B-B656-23FCB576D446}"/>
    <dgm:cxn modelId="{16926431-5306-45B7-955F-997F2300FAC7}" srcId="{F79019A4-6698-4002-9B3E-D51BC7B8F956}" destId="{68FC70E9-7691-49E6-A45E-F65115A87015}" srcOrd="1" destOrd="0" parTransId="{AF93949C-378C-4EF3-BFF3-112C4A68AC4D}" sibTransId="{6A71C576-0227-400D-B4FF-EBA36401F7B6}"/>
    <dgm:cxn modelId="{6D78BC31-A95A-4E0F-BE6D-0D5661D06259}" type="presOf" srcId="{3AC976FC-BE55-4438-B166-908F4AF3615A}" destId="{1E40E5E2-9601-4EBD-9C43-DB2EBFA60189}" srcOrd="1" destOrd="0" presId="urn:microsoft.com/office/officeart/2005/8/layout/cycle8"/>
    <dgm:cxn modelId="{F8F43E52-1D8E-47CB-AF6C-FC0A788BBCA1}" type="presOf" srcId="{B769988E-E716-465D-A9AB-667E6AC2C61A}" destId="{6798E766-7202-443A-B26D-74E3CE2BC967}" srcOrd="1" destOrd="0" presId="urn:microsoft.com/office/officeart/2005/8/layout/cycle8"/>
    <dgm:cxn modelId="{67CDCD87-B95E-4662-B9D6-F5CD8941F604}" srcId="{F79019A4-6698-4002-9B3E-D51BC7B8F956}" destId="{52136C76-682C-4647-AEA4-7CE500AB8348}" srcOrd="4" destOrd="0" parTransId="{54B56DDF-5794-4036-8492-1435A0EB4BF0}" sibTransId="{010C7D42-7D38-4416-A3D0-A94DA95702A3}"/>
    <dgm:cxn modelId="{BB67238C-F7FE-4EE0-9B74-87EC4DF86805}" type="presOf" srcId="{52136C76-682C-4647-AEA4-7CE500AB8348}" destId="{8E228FDF-E0D6-4941-ACC8-CE569CE894D0}" srcOrd="1" destOrd="0" presId="urn:microsoft.com/office/officeart/2005/8/layout/cycle8"/>
    <dgm:cxn modelId="{C9105BA1-F62B-431F-A234-C2BBC077D319}" type="presOf" srcId="{3AC976FC-BE55-4438-B166-908F4AF3615A}" destId="{780BBBF7-9335-44D3-BB3A-4A062263CD73}" srcOrd="0" destOrd="0" presId="urn:microsoft.com/office/officeart/2005/8/layout/cycle8"/>
    <dgm:cxn modelId="{2284B1A1-F3A4-476A-88B5-B587A270E699}" type="presOf" srcId="{68FC70E9-7691-49E6-A45E-F65115A87015}" destId="{1D59F6B7-AF59-4713-A7E0-66A80C97D997}" srcOrd="0" destOrd="0" presId="urn:microsoft.com/office/officeart/2005/8/layout/cycle8"/>
    <dgm:cxn modelId="{179766B0-A6EB-4A38-8030-04BC516D05C5}" type="presOf" srcId="{8CA4DBD1-B67C-46EE-97E7-096FCC3BC660}" destId="{DE8DD0E3-4798-4B03-A706-26B708352146}" srcOrd="1" destOrd="0" presId="urn:microsoft.com/office/officeart/2005/8/layout/cycle8"/>
    <dgm:cxn modelId="{8D037DBE-FBA4-4003-B124-6061850D108D}" type="presOf" srcId="{52136C76-682C-4647-AEA4-7CE500AB8348}" destId="{5172100F-6B64-49A3-A7D3-3324B8238F17}" srcOrd="0" destOrd="0" presId="urn:microsoft.com/office/officeart/2005/8/layout/cycle8"/>
    <dgm:cxn modelId="{30DAF5C2-FDFD-4C24-912C-905D89BFD905}" srcId="{F79019A4-6698-4002-9B3E-D51BC7B8F956}" destId="{D2CB0BD0-4E12-4292-A6FF-D1762CB720B6}" srcOrd="0" destOrd="0" parTransId="{8E767930-6AC5-4FF5-B92B-09FE99ADA22B}" sibTransId="{2AF7F618-1F8E-47BF-98D6-0B86B783C6E5}"/>
    <dgm:cxn modelId="{ABA212D8-E72B-4E60-A133-2071E683C631}" type="presOf" srcId="{F79019A4-6698-4002-9B3E-D51BC7B8F956}" destId="{F6DBB602-D11E-43B0-B009-C8FC0C7648C2}" srcOrd="0" destOrd="0" presId="urn:microsoft.com/office/officeart/2005/8/layout/cycle8"/>
    <dgm:cxn modelId="{88A8F2E2-70D8-443F-BAE7-AB49A8B25CC2}" type="presOf" srcId="{68FC70E9-7691-49E6-A45E-F65115A87015}" destId="{F423B861-E0DC-4595-9845-7FBC2DBFBCF7}" srcOrd="1" destOrd="0" presId="urn:microsoft.com/office/officeart/2005/8/layout/cycle8"/>
    <dgm:cxn modelId="{7028C8E4-EA86-4DD9-A282-BDB3A3B09057}" type="presOf" srcId="{CB4A4BE6-F30E-44F8-8948-EACBD429C2E4}" destId="{2FE8B6D3-FFB1-4E92-9C6D-D8D6C5E58681}" srcOrd="1" destOrd="0" presId="urn:microsoft.com/office/officeart/2005/8/layout/cycle8"/>
    <dgm:cxn modelId="{252BD1F0-CB3A-4894-8E61-C2248FFF11A7}" srcId="{F79019A4-6698-4002-9B3E-D51BC7B8F956}" destId="{8CA4DBD1-B67C-46EE-97E7-096FCC3BC660}" srcOrd="5" destOrd="0" parTransId="{09B7D41C-7817-4B6C-B5C4-45B652816311}" sibTransId="{5892EDF4-AF11-479B-BD0D-29EF92D33570}"/>
    <dgm:cxn modelId="{A73EBFF7-7E9A-472F-BB42-09D2B67B63F1}" type="presOf" srcId="{CB4A4BE6-F30E-44F8-8948-EACBD429C2E4}" destId="{C5B6F539-6536-42CB-BD9D-E10ED2702B58}" srcOrd="0" destOrd="0" presId="urn:microsoft.com/office/officeart/2005/8/layout/cycle8"/>
    <dgm:cxn modelId="{49AD55FC-A90D-4D77-A797-93AB7A4BFAF6}" srcId="{F79019A4-6698-4002-9B3E-D51BC7B8F956}" destId="{B769988E-E716-465D-A9AB-667E6AC2C61A}" srcOrd="2" destOrd="0" parTransId="{B0D04BC4-6ADE-45D8-B166-56BD8239545E}" sibTransId="{AE9509D3-B6E5-43D6-AE7C-8A5D54BE9BCA}"/>
    <dgm:cxn modelId="{F15A7361-E39A-4C4E-8A0E-5021E4B61718}" type="presParOf" srcId="{F6DBB602-D11E-43B0-B009-C8FC0C7648C2}" destId="{58472A83-B4EA-4318-96A7-A406907BD0FA}" srcOrd="0" destOrd="0" presId="urn:microsoft.com/office/officeart/2005/8/layout/cycle8"/>
    <dgm:cxn modelId="{AC5DD4D3-F18C-4B41-A5BD-D749F0421595}" type="presParOf" srcId="{F6DBB602-D11E-43B0-B009-C8FC0C7648C2}" destId="{544F960E-235B-48F5-BE7D-EDAA99516405}" srcOrd="1" destOrd="0" presId="urn:microsoft.com/office/officeart/2005/8/layout/cycle8"/>
    <dgm:cxn modelId="{14FC680D-F56A-4E57-892B-A43C610C3931}" type="presParOf" srcId="{F6DBB602-D11E-43B0-B009-C8FC0C7648C2}" destId="{9A7ECA7B-CB3E-43F8-8A3B-57133D9929BA}" srcOrd="2" destOrd="0" presId="urn:microsoft.com/office/officeart/2005/8/layout/cycle8"/>
    <dgm:cxn modelId="{388A377D-9276-4991-8CE2-9F8ACF9FCA57}" type="presParOf" srcId="{F6DBB602-D11E-43B0-B009-C8FC0C7648C2}" destId="{204D1419-32B9-40A2-9284-B9852DB064D1}" srcOrd="3" destOrd="0" presId="urn:microsoft.com/office/officeart/2005/8/layout/cycle8"/>
    <dgm:cxn modelId="{A38FCBFE-677E-4A3F-BB2C-E1500CAF093F}" type="presParOf" srcId="{F6DBB602-D11E-43B0-B009-C8FC0C7648C2}" destId="{1D59F6B7-AF59-4713-A7E0-66A80C97D997}" srcOrd="4" destOrd="0" presId="urn:microsoft.com/office/officeart/2005/8/layout/cycle8"/>
    <dgm:cxn modelId="{10621806-5AFC-4854-9DC6-A287882DD767}" type="presParOf" srcId="{F6DBB602-D11E-43B0-B009-C8FC0C7648C2}" destId="{7B1AE39A-EA1A-4AA2-BC24-89B90697AA66}" srcOrd="5" destOrd="0" presId="urn:microsoft.com/office/officeart/2005/8/layout/cycle8"/>
    <dgm:cxn modelId="{2E033215-751C-4776-ADDA-4325764060FA}" type="presParOf" srcId="{F6DBB602-D11E-43B0-B009-C8FC0C7648C2}" destId="{E1C96B2A-BC64-4E48-ADE8-0EFBA9989A55}" srcOrd="6" destOrd="0" presId="urn:microsoft.com/office/officeart/2005/8/layout/cycle8"/>
    <dgm:cxn modelId="{9446404B-3DCE-4EAE-B9A8-3D1E70AAA62A}" type="presParOf" srcId="{F6DBB602-D11E-43B0-B009-C8FC0C7648C2}" destId="{F423B861-E0DC-4595-9845-7FBC2DBFBCF7}" srcOrd="7" destOrd="0" presId="urn:microsoft.com/office/officeart/2005/8/layout/cycle8"/>
    <dgm:cxn modelId="{192D45AC-F22B-4EA1-853A-2D13B7832E8F}" type="presParOf" srcId="{F6DBB602-D11E-43B0-B009-C8FC0C7648C2}" destId="{9D622F32-E447-4BD9-B9F2-B15C7C28175E}" srcOrd="8" destOrd="0" presId="urn:microsoft.com/office/officeart/2005/8/layout/cycle8"/>
    <dgm:cxn modelId="{9E5CF5B4-0C0C-4EAE-9B3B-A339A2F01070}" type="presParOf" srcId="{F6DBB602-D11E-43B0-B009-C8FC0C7648C2}" destId="{2E3050E6-1F53-4370-9583-4C22ECD7F532}" srcOrd="9" destOrd="0" presId="urn:microsoft.com/office/officeart/2005/8/layout/cycle8"/>
    <dgm:cxn modelId="{612A5C01-DF44-413E-A7CD-CC42667E132F}" type="presParOf" srcId="{F6DBB602-D11E-43B0-B009-C8FC0C7648C2}" destId="{A21D5345-F474-4431-9374-17AA2AB3830D}" srcOrd="10" destOrd="0" presId="urn:microsoft.com/office/officeart/2005/8/layout/cycle8"/>
    <dgm:cxn modelId="{1FDA3FD9-76AE-45D9-A65A-AF5F75BFC298}" type="presParOf" srcId="{F6DBB602-D11E-43B0-B009-C8FC0C7648C2}" destId="{6798E766-7202-443A-B26D-74E3CE2BC967}" srcOrd="11" destOrd="0" presId="urn:microsoft.com/office/officeart/2005/8/layout/cycle8"/>
    <dgm:cxn modelId="{14B00FB7-E69C-4354-BDFA-8C97D40CED95}" type="presParOf" srcId="{F6DBB602-D11E-43B0-B009-C8FC0C7648C2}" destId="{C5B6F539-6536-42CB-BD9D-E10ED2702B58}" srcOrd="12" destOrd="0" presId="urn:microsoft.com/office/officeart/2005/8/layout/cycle8"/>
    <dgm:cxn modelId="{FC74C415-D260-4329-A8A8-45383764D2CC}" type="presParOf" srcId="{F6DBB602-D11E-43B0-B009-C8FC0C7648C2}" destId="{4DA70971-997F-4FC1-88E8-1171BB9B6E1D}" srcOrd="13" destOrd="0" presId="urn:microsoft.com/office/officeart/2005/8/layout/cycle8"/>
    <dgm:cxn modelId="{928A0052-DA9F-455F-B5EA-03D005A502F7}" type="presParOf" srcId="{F6DBB602-D11E-43B0-B009-C8FC0C7648C2}" destId="{1136326B-16DE-4BB6-B040-319EC4F25207}" srcOrd="14" destOrd="0" presId="urn:microsoft.com/office/officeart/2005/8/layout/cycle8"/>
    <dgm:cxn modelId="{0721538A-B994-40C7-AD71-8687E2A5A477}" type="presParOf" srcId="{F6DBB602-D11E-43B0-B009-C8FC0C7648C2}" destId="{2FE8B6D3-FFB1-4E92-9C6D-D8D6C5E58681}" srcOrd="15" destOrd="0" presId="urn:microsoft.com/office/officeart/2005/8/layout/cycle8"/>
    <dgm:cxn modelId="{6C8F8F85-6835-4208-8C47-ED3C61ED5227}" type="presParOf" srcId="{F6DBB602-D11E-43B0-B009-C8FC0C7648C2}" destId="{5172100F-6B64-49A3-A7D3-3324B8238F17}" srcOrd="16" destOrd="0" presId="urn:microsoft.com/office/officeart/2005/8/layout/cycle8"/>
    <dgm:cxn modelId="{22E6E162-8AC8-4828-9D65-FE6DD2BB6EFD}" type="presParOf" srcId="{F6DBB602-D11E-43B0-B009-C8FC0C7648C2}" destId="{B6AF0886-941A-433B-B9C7-30D5787148F2}" srcOrd="17" destOrd="0" presId="urn:microsoft.com/office/officeart/2005/8/layout/cycle8"/>
    <dgm:cxn modelId="{15C42E55-9E78-48F2-9398-7E94BB47437A}" type="presParOf" srcId="{F6DBB602-D11E-43B0-B009-C8FC0C7648C2}" destId="{367120DE-0AA4-4DA2-A333-C5D759D17048}" srcOrd="18" destOrd="0" presId="urn:microsoft.com/office/officeart/2005/8/layout/cycle8"/>
    <dgm:cxn modelId="{B3238780-12D0-4B0F-903C-420AFAE233DF}" type="presParOf" srcId="{F6DBB602-D11E-43B0-B009-C8FC0C7648C2}" destId="{8E228FDF-E0D6-4941-ACC8-CE569CE894D0}" srcOrd="19" destOrd="0" presId="urn:microsoft.com/office/officeart/2005/8/layout/cycle8"/>
    <dgm:cxn modelId="{9C9D55B8-5838-4A65-B96F-1A0F18E0739E}" type="presParOf" srcId="{F6DBB602-D11E-43B0-B009-C8FC0C7648C2}" destId="{6A898FC8-37FA-4DAB-A2AD-2A35E1A6DE71}" srcOrd="20" destOrd="0" presId="urn:microsoft.com/office/officeart/2005/8/layout/cycle8"/>
    <dgm:cxn modelId="{C25E42D9-6CD2-46D4-A249-B5C248F9C999}" type="presParOf" srcId="{F6DBB602-D11E-43B0-B009-C8FC0C7648C2}" destId="{135629AA-3842-4D16-88AC-05AF9D8735EA}" srcOrd="21" destOrd="0" presId="urn:microsoft.com/office/officeart/2005/8/layout/cycle8"/>
    <dgm:cxn modelId="{C5268DA0-10D5-4FD7-B05B-754302479F29}" type="presParOf" srcId="{F6DBB602-D11E-43B0-B009-C8FC0C7648C2}" destId="{B80A0C3B-975C-451D-9BAE-E2E8DD014CD5}" srcOrd="22" destOrd="0" presId="urn:microsoft.com/office/officeart/2005/8/layout/cycle8"/>
    <dgm:cxn modelId="{F1C8CD87-9B4A-4D3C-9798-09EE0A8FCD8C}" type="presParOf" srcId="{F6DBB602-D11E-43B0-B009-C8FC0C7648C2}" destId="{DE8DD0E3-4798-4B03-A706-26B708352146}" srcOrd="23" destOrd="0" presId="urn:microsoft.com/office/officeart/2005/8/layout/cycle8"/>
    <dgm:cxn modelId="{D1E2C2D3-7E77-4C21-B5AD-F427F74C2690}" type="presParOf" srcId="{F6DBB602-D11E-43B0-B009-C8FC0C7648C2}" destId="{780BBBF7-9335-44D3-BB3A-4A062263CD73}" srcOrd="24" destOrd="0" presId="urn:microsoft.com/office/officeart/2005/8/layout/cycle8"/>
    <dgm:cxn modelId="{0C87B4DD-BE3C-4DA8-8876-D4C9097FD726}" type="presParOf" srcId="{F6DBB602-D11E-43B0-B009-C8FC0C7648C2}" destId="{9EE0D37C-3771-414A-95C1-9E6C1963FD76}" srcOrd="25" destOrd="0" presId="urn:microsoft.com/office/officeart/2005/8/layout/cycle8"/>
    <dgm:cxn modelId="{5303288A-3B3B-44B2-A250-F8213F98E62B}" type="presParOf" srcId="{F6DBB602-D11E-43B0-B009-C8FC0C7648C2}" destId="{BB501B05-C34A-4106-9EB5-884D1A9A5116}" srcOrd="26" destOrd="0" presId="urn:microsoft.com/office/officeart/2005/8/layout/cycle8"/>
    <dgm:cxn modelId="{993A7D3A-37CA-4F26-B6EC-E35EE71C2135}" type="presParOf" srcId="{F6DBB602-D11E-43B0-B009-C8FC0C7648C2}" destId="{1E40E5E2-9601-4EBD-9C43-DB2EBFA60189}" srcOrd="27" destOrd="0" presId="urn:microsoft.com/office/officeart/2005/8/layout/cycle8"/>
    <dgm:cxn modelId="{D082EBE4-8B3E-4367-AEC8-D48EA7DE4ACA}" type="presParOf" srcId="{F6DBB602-D11E-43B0-B009-C8FC0C7648C2}" destId="{AE49245A-3E74-47D3-9B3F-6EBE56415A2D}" srcOrd="28" destOrd="0" presId="urn:microsoft.com/office/officeart/2005/8/layout/cycle8"/>
    <dgm:cxn modelId="{D5321B7F-FDEE-427F-BD09-E45DA19169BE}" type="presParOf" srcId="{F6DBB602-D11E-43B0-B009-C8FC0C7648C2}" destId="{3FEDBED8-8D22-465A-99C4-82A762A43D53}" srcOrd="29" destOrd="0" presId="urn:microsoft.com/office/officeart/2005/8/layout/cycle8"/>
    <dgm:cxn modelId="{29A42928-A8E3-490C-899B-DFB613938A37}" type="presParOf" srcId="{F6DBB602-D11E-43B0-B009-C8FC0C7648C2}" destId="{F1784995-05E9-432C-AF05-D7E47D2AE39D}" srcOrd="30" destOrd="0" presId="urn:microsoft.com/office/officeart/2005/8/layout/cycle8"/>
    <dgm:cxn modelId="{AA4EAF39-1AB7-41FF-B62F-41DA9AC36E4C}" type="presParOf" srcId="{F6DBB602-D11E-43B0-B009-C8FC0C7648C2}" destId="{A9690C24-221D-4198-BA21-38E1A415C5CA}" srcOrd="31" destOrd="0" presId="urn:microsoft.com/office/officeart/2005/8/layout/cycle8"/>
    <dgm:cxn modelId="{D82ADA83-E786-4A8E-8096-3F9632B587E4}" type="presParOf" srcId="{F6DBB602-D11E-43B0-B009-C8FC0C7648C2}" destId="{60B7A93C-D3B6-4F97-9646-558B73578D83}" srcOrd="32" destOrd="0" presId="urn:microsoft.com/office/officeart/2005/8/layout/cycle8"/>
    <dgm:cxn modelId="{73DAF794-7826-40AB-9D1B-D03AF867E8FB}" type="presParOf" srcId="{F6DBB602-D11E-43B0-B009-C8FC0C7648C2}" destId="{11BC74E8-01BD-4FDD-BB77-46B956366D90}" srcOrd="33" destOrd="0" presId="urn:microsoft.com/office/officeart/2005/8/layout/cycle8"/>
    <dgm:cxn modelId="{518AEFB6-05EE-47A8-B6CB-D2CB2EC17C4A}" type="presParOf" srcId="{F6DBB602-D11E-43B0-B009-C8FC0C7648C2}" destId="{CEEB66DF-EA36-40DB-9923-E1E40423777F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3E470-A041-4B72-8D25-580BAE4CD642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558D0-144C-4EA9-ADC7-788BD4C4063C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06F89-7570-4E9A-9F34-60EDDD85B98E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/>
            <a:t>Objetos: Jogo, Jogador, Peça, Tabuleiro</a:t>
          </a:r>
          <a:endParaRPr lang="en-US" sz="2400" kern="1200"/>
        </a:p>
      </dsp:txBody>
      <dsp:txXfrm>
        <a:off x="1834517" y="1507711"/>
        <a:ext cx="3148942" cy="1335915"/>
      </dsp:txXfrm>
    </dsp:sp>
    <dsp:sp modelId="{9E9E1D67-2386-4431-A2C9-F77A614461C2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A96641-BBB0-494F-BA6D-E34309685CBC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16C9B-3B42-479A-947B-21D18BF78278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/>
            <a:t>Ações: mover, validar, alternar turno</a:t>
          </a:r>
          <a:endParaRPr lang="en-US" sz="2400" kern="1200"/>
        </a:p>
      </dsp:txBody>
      <dsp:txXfrm>
        <a:off x="7154322" y="1507711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8618A-1BC5-4480-8B91-18AF6D078CB7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E0E10-9311-4844-9E51-D1BDC9B96C1C}">
      <dsp:nvSpPr>
        <dsp:cNvPr id="0" name=""/>
        <dsp:cNvSpPr/>
      </dsp:nvSpPr>
      <dsp:spPr>
        <a:xfrm>
          <a:off x="0" y="531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/>
            <a:t>Java + JavaFX </a:t>
          </a:r>
          <a:endParaRPr lang="en-US" sz="4000" kern="1200"/>
        </a:p>
      </dsp:txBody>
      <dsp:txXfrm>
        <a:off x="0" y="531"/>
        <a:ext cx="10515600" cy="870296"/>
      </dsp:txXfrm>
    </dsp:sp>
    <dsp:sp modelId="{A5362471-6D22-4472-ABAC-C9EA425F77E1}">
      <dsp:nvSpPr>
        <dsp:cNvPr id="0" name=""/>
        <dsp:cNvSpPr/>
      </dsp:nvSpPr>
      <dsp:spPr>
        <a:xfrm>
          <a:off x="0" y="870827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65B84-81B2-4E4B-88B1-59AB1A76AA50}">
      <dsp:nvSpPr>
        <dsp:cNvPr id="0" name=""/>
        <dsp:cNvSpPr/>
      </dsp:nvSpPr>
      <dsp:spPr>
        <a:xfrm>
          <a:off x="0" y="870827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/>
            <a:t>Interface simples e intuitiva </a:t>
          </a:r>
          <a:endParaRPr lang="en-US" sz="4000" kern="1200"/>
        </a:p>
      </dsp:txBody>
      <dsp:txXfrm>
        <a:off x="0" y="870827"/>
        <a:ext cx="10515600" cy="870296"/>
      </dsp:txXfrm>
    </dsp:sp>
    <dsp:sp modelId="{0F471C4E-5982-4EF3-968B-9F3EE94184A6}">
      <dsp:nvSpPr>
        <dsp:cNvPr id="0" name=""/>
        <dsp:cNvSpPr/>
      </dsp:nvSpPr>
      <dsp:spPr>
        <a:xfrm>
          <a:off x="0" y="1741123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1CEEF-C78F-427E-8D08-A3CD608B045F}">
      <dsp:nvSpPr>
        <dsp:cNvPr id="0" name=""/>
        <dsp:cNvSpPr/>
      </dsp:nvSpPr>
      <dsp:spPr>
        <a:xfrm>
          <a:off x="0" y="1741123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/>
            <a:t>Resposta rápida </a:t>
          </a:r>
          <a:endParaRPr lang="en-US" sz="4000" kern="1200"/>
        </a:p>
      </dsp:txBody>
      <dsp:txXfrm>
        <a:off x="0" y="1741123"/>
        <a:ext cx="10515600" cy="870296"/>
      </dsp:txXfrm>
    </dsp:sp>
    <dsp:sp modelId="{692DB56A-D6EF-4E05-B528-6A4777FA4789}">
      <dsp:nvSpPr>
        <dsp:cNvPr id="0" name=""/>
        <dsp:cNvSpPr/>
      </dsp:nvSpPr>
      <dsp:spPr>
        <a:xfrm>
          <a:off x="0" y="2611420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77979-AE5E-48DD-8DAC-9B67C87E2E7E}">
      <dsp:nvSpPr>
        <dsp:cNvPr id="0" name=""/>
        <dsp:cNvSpPr/>
      </dsp:nvSpPr>
      <dsp:spPr>
        <a:xfrm>
          <a:off x="0" y="2611420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/>
            <a:t>Compatível com OpenJDK </a:t>
          </a:r>
          <a:endParaRPr lang="en-US" sz="4000" kern="1200"/>
        </a:p>
      </dsp:txBody>
      <dsp:txXfrm>
        <a:off x="0" y="2611420"/>
        <a:ext cx="10515600" cy="870296"/>
      </dsp:txXfrm>
    </dsp:sp>
    <dsp:sp modelId="{03535EFF-8100-4987-A1BB-BFBB9FD7D932}">
      <dsp:nvSpPr>
        <dsp:cNvPr id="0" name=""/>
        <dsp:cNvSpPr/>
      </dsp:nvSpPr>
      <dsp:spPr>
        <a:xfrm>
          <a:off x="0" y="3481716"/>
          <a:ext cx="105156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CC085-F530-46AE-8049-0AD06A4BBB4C}">
      <dsp:nvSpPr>
        <dsp:cNvPr id="0" name=""/>
        <dsp:cNvSpPr/>
      </dsp:nvSpPr>
      <dsp:spPr>
        <a:xfrm>
          <a:off x="0" y="3481716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/>
            <a:t>Uso de Git</a:t>
          </a:r>
          <a:endParaRPr lang="en-US" sz="4000" kern="1200"/>
        </a:p>
      </dsp:txBody>
      <dsp:txXfrm>
        <a:off x="0" y="3481716"/>
        <a:ext cx="10515600" cy="8702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72A83-B4EA-4318-96A7-A406907BD0FA}">
      <dsp:nvSpPr>
        <dsp:cNvPr id="0" name=""/>
        <dsp:cNvSpPr/>
      </dsp:nvSpPr>
      <dsp:spPr>
        <a:xfrm>
          <a:off x="3539842" y="254790"/>
          <a:ext cx="3508593" cy="3508593"/>
        </a:xfrm>
        <a:prstGeom prst="pie">
          <a:avLst>
            <a:gd name="adj1" fmla="val 16200000"/>
            <a:gd name="adj2" fmla="val 19285716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kern="1200"/>
            <a:t>Iniciar jogo </a:t>
          </a:r>
          <a:endParaRPr lang="en-US" sz="1200" kern="1200"/>
        </a:p>
      </dsp:txBody>
      <dsp:txXfrm>
        <a:off x="5383106" y="580588"/>
        <a:ext cx="835379" cy="668303"/>
      </dsp:txXfrm>
    </dsp:sp>
    <dsp:sp modelId="{1D59F6B7-AF59-4713-A7E0-66A80C97D997}">
      <dsp:nvSpPr>
        <dsp:cNvPr id="0" name=""/>
        <dsp:cNvSpPr/>
      </dsp:nvSpPr>
      <dsp:spPr>
        <a:xfrm>
          <a:off x="3584952" y="311178"/>
          <a:ext cx="3508593" cy="3508593"/>
        </a:xfrm>
        <a:prstGeom prst="pie">
          <a:avLst>
            <a:gd name="adj1" fmla="val 19285716"/>
            <a:gd name="adj2" fmla="val 771428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kern="1200"/>
            <a:t>Jogador seleciona peça </a:t>
          </a:r>
          <a:endParaRPr lang="en-US" sz="1200" kern="1200"/>
        </a:p>
      </dsp:txBody>
      <dsp:txXfrm>
        <a:off x="5967872" y="1583043"/>
        <a:ext cx="960686" cy="584765"/>
      </dsp:txXfrm>
    </dsp:sp>
    <dsp:sp modelId="{9D622F32-E447-4BD9-B9F2-B15C7C28175E}">
      <dsp:nvSpPr>
        <dsp:cNvPr id="0" name=""/>
        <dsp:cNvSpPr/>
      </dsp:nvSpPr>
      <dsp:spPr>
        <a:xfrm>
          <a:off x="3568662" y="382186"/>
          <a:ext cx="3508593" cy="3508593"/>
        </a:xfrm>
        <a:prstGeom prst="pie">
          <a:avLst>
            <a:gd name="adj1" fmla="val 771428"/>
            <a:gd name="adj2" fmla="val 38571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kern="1200"/>
            <a:t>Validar movimento </a:t>
          </a:r>
          <a:endParaRPr lang="en-US" sz="1200" kern="1200"/>
        </a:p>
      </dsp:txBody>
      <dsp:txXfrm>
        <a:off x="5821681" y="2460192"/>
        <a:ext cx="835379" cy="647419"/>
      </dsp:txXfrm>
    </dsp:sp>
    <dsp:sp modelId="{C5B6F539-6536-42CB-BD9D-E10ED2702B58}">
      <dsp:nvSpPr>
        <dsp:cNvPr id="0" name=""/>
        <dsp:cNvSpPr/>
      </dsp:nvSpPr>
      <dsp:spPr>
        <a:xfrm>
          <a:off x="3503503" y="413512"/>
          <a:ext cx="3508593" cy="3508593"/>
        </a:xfrm>
        <a:prstGeom prst="pie">
          <a:avLst>
            <a:gd name="adj1" fmla="val 3857226"/>
            <a:gd name="adj2" fmla="val 6942858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kern="1200"/>
            <a:t>Atualizar tabuleiro </a:t>
          </a:r>
          <a:endParaRPr lang="en-US" sz="1200" kern="1200"/>
        </a:p>
      </dsp:txBody>
      <dsp:txXfrm>
        <a:off x="4850552" y="3170264"/>
        <a:ext cx="814494" cy="584765"/>
      </dsp:txXfrm>
    </dsp:sp>
    <dsp:sp modelId="{5172100F-6B64-49A3-A7D3-3324B8238F17}">
      <dsp:nvSpPr>
        <dsp:cNvPr id="0" name=""/>
        <dsp:cNvSpPr/>
      </dsp:nvSpPr>
      <dsp:spPr>
        <a:xfrm>
          <a:off x="3438343" y="382186"/>
          <a:ext cx="3508593" cy="3508593"/>
        </a:xfrm>
        <a:prstGeom prst="pie">
          <a:avLst>
            <a:gd name="adj1" fmla="val 6942858"/>
            <a:gd name="adj2" fmla="val 10028574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kern="1200"/>
            <a:t>Enviar jogada (rede) </a:t>
          </a:r>
          <a:endParaRPr lang="en-US" sz="1200" kern="1200"/>
        </a:p>
      </dsp:txBody>
      <dsp:txXfrm>
        <a:off x="3858539" y="2460192"/>
        <a:ext cx="835379" cy="647419"/>
      </dsp:txXfrm>
    </dsp:sp>
    <dsp:sp modelId="{6A898FC8-37FA-4DAB-A2AD-2A35E1A6DE71}">
      <dsp:nvSpPr>
        <dsp:cNvPr id="0" name=""/>
        <dsp:cNvSpPr/>
      </dsp:nvSpPr>
      <dsp:spPr>
        <a:xfrm>
          <a:off x="3422053" y="311178"/>
          <a:ext cx="3508593" cy="3508593"/>
        </a:xfrm>
        <a:prstGeom prst="pie">
          <a:avLst>
            <a:gd name="adj1" fmla="val 10028574"/>
            <a:gd name="adj2" fmla="val 13114284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kern="1200"/>
            <a:t>Verificar vitória </a:t>
          </a:r>
          <a:endParaRPr lang="en-US" sz="1200" kern="1200"/>
        </a:p>
      </dsp:txBody>
      <dsp:txXfrm>
        <a:off x="3587041" y="1583043"/>
        <a:ext cx="960686" cy="584765"/>
      </dsp:txXfrm>
    </dsp:sp>
    <dsp:sp modelId="{780BBBF7-9335-44D3-BB3A-4A062263CD73}">
      <dsp:nvSpPr>
        <dsp:cNvPr id="0" name=""/>
        <dsp:cNvSpPr/>
      </dsp:nvSpPr>
      <dsp:spPr>
        <a:xfrm>
          <a:off x="3467164" y="254790"/>
          <a:ext cx="3508593" cy="3508593"/>
        </a:xfrm>
        <a:prstGeom prst="pie">
          <a:avLst>
            <a:gd name="adj1" fmla="val 13114284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kern="1200"/>
            <a:t>Alternar turno </a:t>
          </a:r>
          <a:endParaRPr lang="en-US" sz="1200" kern="1200"/>
        </a:p>
      </dsp:txBody>
      <dsp:txXfrm>
        <a:off x="4297113" y="580588"/>
        <a:ext cx="835379" cy="668303"/>
      </dsp:txXfrm>
    </dsp:sp>
    <dsp:sp modelId="{AE49245A-3E74-47D3-9B3F-6EBE56415A2D}">
      <dsp:nvSpPr>
        <dsp:cNvPr id="0" name=""/>
        <dsp:cNvSpPr/>
      </dsp:nvSpPr>
      <dsp:spPr>
        <a:xfrm>
          <a:off x="3322468" y="37592"/>
          <a:ext cx="3942990" cy="3942990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EDBED8-8D22-465A-99C4-82A762A43D53}">
      <dsp:nvSpPr>
        <dsp:cNvPr id="0" name=""/>
        <dsp:cNvSpPr/>
      </dsp:nvSpPr>
      <dsp:spPr>
        <a:xfrm>
          <a:off x="3367862" y="94229"/>
          <a:ext cx="3942990" cy="3942990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784995-05E9-432C-AF05-D7E47D2AE39D}">
      <dsp:nvSpPr>
        <dsp:cNvPr id="0" name=""/>
        <dsp:cNvSpPr/>
      </dsp:nvSpPr>
      <dsp:spPr>
        <a:xfrm>
          <a:off x="3351515" y="165072"/>
          <a:ext cx="3942990" cy="3942990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9690C24-221D-4198-BA21-38E1A415C5CA}">
      <dsp:nvSpPr>
        <dsp:cNvPr id="0" name=""/>
        <dsp:cNvSpPr/>
      </dsp:nvSpPr>
      <dsp:spPr>
        <a:xfrm>
          <a:off x="3286304" y="196222"/>
          <a:ext cx="3942990" cy="3942990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B7A93C-D3B6-4F97-9646-558B73578D83}">
      <dsp:nvSpPr>
        <dsp:cNvPr id="0" name=""/>
        <dsp:cNvSpPr/>
      </dsp:nvSpPr>
      <dsp:spPr>
        <a:xfrm>
          <a:off x="3221093" y="165072"/>
          <a:ext cx="3942990" cy="3942990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1BC74E8-01BD-4FDD-BB77-46B956366D90}">
      <dsp:nvSpPr>
        <dsp:cNvPr id="0" name=""/>
        <dsp:cNvSpPr/>
      </dsp:nvSpPr>
      <dsp:spPr>
        <a:xfrm>
          <a:off x="3204746" y="94229"/>
          <a:ext cx="3942990" cy="3942990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EEB66DF-EA36-40DB-9923-E1E40423777F}">
      <dsp:nvSpPr>
        <dsp:cNvPr id="0" name=""/>
        <dsp:cNvSpPr/>
      </dsp:nvSpPr>
      <dsp:spPr>
        <a:xfrm>
          <a:off x="3250140" y="37592"/>
          <a:ext cx="3942990" cy="3942990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54397-4B50-4A5C-A2BF-B4D0474ED681}" type="datetimeFigureOut">
              <a:t>14/04/2026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2263B-340A-4CC9-BD9E-5C499FB1DE09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607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536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05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62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642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914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50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93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916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66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51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1718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0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14/04/2026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206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3719412"/>
          </a:xfrm>
        </p:spPr>
        <p:txBody>
          <a:bodyPr>
            <a:normAutofit/>
          </a:bodyPr>
          <a:lstStyle/>
          <a:p>
            <a:pPr algn="l"/>
            <a:r>
              <a:rPr lang="pt-PT" sz="4400" b="1">
                <a:ln w="22225">
                  <a:solidFill>
                    <a:schemeClr val="tx1"/>
                  </a:solidFill>
                  <a:miter lim="800000"/>
                </a:ln>
                <a:ea typeface="+mj-lt"/>
                <a:cs typeface="+mj-lt"/>
              </a:rPr>
              <a:t>Jogo Mu Torere</a:t>
            </a:r>
            <a:r>
              <a:rPr lang="pt-PT" sz="4400">
                <a:ln w="22225">
                  <a:solidFill>
                    <a:schemeClr val="tx1"/>
                  </a:solidFill>
                  <a:miter lim="800000"/>
                </a:ln>
                <a:ea typeface="+mj-lt"/>
                <a:cs typeface="+mj-lt"/>
              </a:rPr>
              <a:t>  </a:t>
            </a:r>
            <a:endParaRPr lang="pt-PT" sz="440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43467" y="4563309"/>
            <a:ext cx="4620584" cy="14898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PT" sz="2000">
                <a:latin typeface="Aptos Display"/>
              </a:rPr>
              <a:t>Análise e Estrutura</a:t>
            </a:r>
          </a:p>
          <a:p>
            <a:pPr algn="l"/>
            <a:r>
              <a:rPr lang="pt-PT" sz="1700">
                <a:latin typeface="Calibri"/>
                <a:ea typeface="Calibri"/>
                <a:cs typeface="Calibri"/>
              </a:rPr>
              <a:t>Laboratório de Programação</a:t>
            </a:r>
            <a:endParaRPr lang="pt-PT" sz="1700" dirty="0">
              <a:latin typeface="Calibri"/>
              <a:ea typeface="Calibri"/>
              <a:cs typeface="Calibri"/>
            </a:endParaRPr>
          </a:p>
          <a:p>
            <a:pPr algn="l"/>
            <a:r>
              <a:rPr lang="pt-PT" sz="17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Patrícia Pereira</a:t>
            </a:r>
            <a:r>
              <a:rPr lang="en-US" sz="17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· </a:t>
            </a:r>
            <a:r>
              <a:rPr lang="pt-PT" sz="1700" dirty="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22304</a:t>
            </a:r>
            <a:endParaRPr lang="pt-PT"/>
          </a:p>
          <a:p>
            <a:pPr algn="l"/>
            <a:r>
              <a:rPr lang="en-US" sz="17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André Freitas · 33782</a:t>
            </a:r>
            <a:endParaRPr lang="pt-PT" sz="1700">
              <a:latin typeface="Calibri"/>
              <a:ea typeface="Calibri"/>
              <a:cs typeface="Calibri"/>
            </a:endParaRPr>
          </a:p>
          <a:p>
            <a:pPr algn="l"/>
            <a:endParaRPr lang="pt-PT" sz="2000" dirty="0">
              <a:latin typeface="Aptos Display"/>
            </a:endParaRPr>
          </a:p>
        </p:txBody>
      </p:sp>
      <p:pic>
        <p:nvPicPr>
          <p:cNvPr id="4" name="Imagem 3" descr="Vetores e ilustrações de Maori Pattern para download gratuito | Freepik">
            <a:extLst>
              <a:ext uri="{FF2B5EF4-FFF2-40B4-BE49-F238E27FC236}">
                <a16:creationId xmlns:a16="http://schemas.microsoft.com/office/drawing/2014/main" id="{40E73B66-3B64-40DA-7E49-416ED078A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7" r="6527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B5B657C-AB94-41F2-A8D4-DB248DE8A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9456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8BE28-8088-F3D9-DBE3-1FD644D4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578070"/>
            <a:ext cx="4150804" cy="1431000"/>
          </a:xfrm>
        </p:spPr>
        <p:txBody>
          <a:bodyPr anchor="t">
            <a:normAutofit/>
          </a:bodyPr>
          <a:lstStyle/>
          <a:p>
            <a:r>
              <a:rPr lang="pt-PT">
                <a:solidFill>
                  <a:schemeClr val="bg1"/>
                </a:solidFill>
              </a:rPr>
              <a:t>O que é o MuTorere ?</a:t>
            </a:r>
          </a:p>
        </p:txBody>
      </p:sp>
      <p:pic>
        <p:nvPicPr>
          <p:cNvPr id="4" name="Imagem 3" descr="El Rincon de Xaugar: Mu Torere">
            <a:extLst>
              <a:ext uri="{FF2B5EF4-FFF2-40B4-BE49-F238E27FC236}">
                <a16:creationId xmlns:a16="http://schemas.microsoft.com/office/drawing/2014/main" id="{87668D37-516A-D870-3570-3288841564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"/>
          <a:stretch>
            <a:fillRect/>
          </a:stretch>
        </p:blipFill>
        <p:spPr>
          <a:xfrm>
            <a:off x="1745307" y="2431812"/>
            <a:ext cx="3217333" cy="3217333"/>
          </a:xfrm>
          <a:prstGeom prst="rect">
            <a:avLst/>
          </a:prstGeom>
        </p:spPr>
      </p:pic>
      <p:grpSp>
        <p:nvGrpSpPr>
          <p:cNvPr id="41" name="Graphic 38">
            <a:extLst>
              <a:ext uri="{FF2B5EF4-FFF2-40B4-BE49-F238E27FC236}">
                <a16:creationId xmlns:a16="http://schemas.microsoft.com/office/drawing/2014/main" id="{81BD5961-0F42-4962-9733-6F5C6D1DD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2752868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77DBFCE-421C-448D-BDEC-87B2A63E6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8354B52-C962-453E-A165-83A1CDA97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B81397D-E5F5-FC1D-AC80-F2A190DA1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350302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PT">
                <a:solidFill>
                  <a:schemeClr val="bg1"/>
                </a:solidFill>
                <a:ea typeface="+mn-lt"/>
                <a:cs typeface="+mn-lt"/>
              </a:rPr>
              <a:t>Jogo tradicional Māori</a:t>
            </a:r>
            <a:endParaRPr lang="pt-PT">
              <a:solidFill>
                <a:schemeClr val="bg1"/>
              </a:solidFill>
            </a:endParaRPr>
          </a:p>
          <a:p>
            <a:r>
              <a:rPr lang="pt-PT">
                <a:solidFill>
                  <a:schemeClr val="bg1"/>
                </a:solidFill>
                <a:ea typeface="+mn-lt"/>
                <a:cs typeface="+mn-lt"/>
              </a:rPr>
              <a:t>Tabuleiro com 9 posições</a:t>
            </a:r>
            <a:endParaRPr lang="pt-PT">
              <a:solidFill>
                <a:schemeClr val="bg1"/>
              </a:solidFill>
            </a:endParaRPr>
          </a:p>
          <a:p>
            <a:r>
              <a:rPr lang="pt-PT">
                <a:solidFill>
                  <a:schemeClr val="bg1"/>
                </a:solidFill>
                <a:ea typeface="+mn-lt"/>
                <a:cs typeface="+mn-lt"/>
              </a:rPr>
              <a:t>2 jogadores, 4 peças cada</a:t>
            </a:r>
            <a:endParaRPr lang="pt-PT">
              <a:solidFill>
                <a:schemeClr val="bg1"/>
              </a:solidFill>
            </a:endParaRPr>
          </a:p>
          <a:p>
            <a:r>
              <a:rPr lang="pt-PT">
                <a:solidFill>
                  <a:schemeClr val="bg1"/>
                </a:solidFill>
                <a:ea typeface="+mn-lt"/>
                <a:cs typeface="+mn-lt"/>
              </a:rPr>
              <a:t>Objetivo: bloquear o adversário</a:t>
            </a:r>
            <a:endParaRPr lang="pt-PT">
              <a:solidFill>
                <a:schemeClr val="bg1"/>
              </a:solidFill>
            </a:endParaRPr>
          </a:p>
          <a:p>
            <a:endParaRPr lang="pt-PT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DDA534-C87C-457B-A8D4-2E01B5497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05795" y="5508914"/>
            <a:ext cx="1640978" cy="1568550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B6B2D6A-AC91-48DF-9D3B-66A73340F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F11EA9A-4CE3-4945-AD28-762CE8C57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5F72145-93EF-4DDF-AFE8-E3E9B492E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F8EAB71-8BF5-4FA0-B2AF-3FB855D38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B78A2ED-E49A-45B2-BBB7-61ECAD27E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1D7E95C-F230-428B-8BBA-A1B0A4B8B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A670EDF-AA75-4F70-86B5-3F8256597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A334E92-AEF2-4AD3-9363-D3A0100ED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8450097-D3EF-481E-BEE0-805CA19BF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30E6FEF-A4DC-4CC4-85FC-51AF883F5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FA595BD-2D2F-4953-907B-9B017A21F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2CB18FC-DB17-4CCA-8099-BFA281A85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D5A6AFA-6A85-4179-BCA6-0E021DD05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98E2FB6-90CA-72A7-609D-338BACADE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9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New Zealand Maori Women Girls Wearing Traditional Dress Performing Kapa ...">
            <a:extLst>
              <a:ext uri="{FF2B5EF4-FFF2-40B4-BE49-F238E27FC236}">
                <a16:creationId xmlns:a16="http://schemas.microsoft.com/office/drawing/2014/main" id="{B04BD073-28D2-1073-E88B-17F69A8E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9" r="2368" b="-1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238EF4-8427-4575-125B-FD95945E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/>
          </a:bodyPr>
          <a:lstStyle/>
          <a:p>
            <a:r>
              <a:rPr lang="pt-PT" sz="2800"/>
              <a:t>Origem e Historia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6FDED43-B01A-ABFF-108F-4704CEB12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 sz="1700">
                <a:ea typeface="+mn-lt"/>
                <a:cs typeface="+mn-lt"/>
              </a:rPr>
              <a:t>Jogo ancestral da Nova Zelândia</a:t>
            </a:r>
            <a:endParaRPr lang="pt-PT" sz="1700"/>
          </a:p>
          <a:p>
            <a:r>
              <a:rPr lang="pt-PT" sz="1700">
                <a:ea typeface="+mn-lt"/>
                <a:cs typeface="+mn-lt"/>
              </a:rPr>
              <a:t>Praticado antes da colonização</a:t>
            </a:r>
            <a:endParaRPr lang="pt-PT" sz="1700"/>
          </a:p>
          <a:p>
            <a:r>
              <a:rPr lang="pt-PT" sz="1700">
                <a:ea typeface="+mn-lt"/>
                <a:cs typeface="+mn-lt"/>
              </a:rPr>
              <a:t>Valor cultural importante</a:t>
            </a:r>
            <a:endParaRPr lang="pt-PT" sz="1700"/>
          </a:p>
          <a:p>
            <a:r>
              <a:rPr lang="pt-PT" sz="1700">
                <a:ea typeface="+mn-lt"/>
                <a:cs typeface="+mn-lt"/>
              </a:rPr>
              <a:t>Lenda: desafio ao governador Grey</a:t>
            </a:r>
            <a:endParaRPr lang="pt-PT" sz="1700"/>
          </a:p>
          <a:p>
            <a:endParaRPr lang="pt-PT" sz="170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4AF751-894A-DB73-05D5-6BB309474008}"/>
              </a:ext>
            </a:extLst>
          </p:cNvPr>
          <p:cNvSpPr/>
          <p:nvPr/>
        </p:nvSpPr>
        <p:spPr>
          <a:xfrm>
            <a:off x="0" y="6265754"/>
            <a:ext cx="12172677" cy="5796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AAAC96F-8446-41A8-D690-D51BB38F2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73197"/>
            <a:ext cx="12180455" cy="58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0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FB8728-548D-DF62-72EF-974DC001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pt-PT"/>
              <a:t>Tabuleiro e Componentes</a:t>
            </a:r>
          </a:p>
        </p:txBody>
      </p:sp>
      <p:pic>
        <p:nvPicPr>
          <p:cNvPr id="4" name="Imagem 3" descr="Mu Torere - Apps on Google Play">
            <a:extLst>
              <a:ext uri="{FF2B5EF4-FFF2-40B4-BE49-F238E27FC236}">
                <a16:creationId xmlns:a16="http://schemas.microsoft.com/office/drawing/2014/main" id="{822FA728-6776-1C55-7F81-C171F041E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885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14D7B33-6EFD-44D5-CC2C-3D3D498E5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2000">
                <a:ea typeface="+mn-lt"/>
                <a:cs typeface="+mn-lt"/>
              </a:rPr>
              <a:t>8 posições periféricas (kewai)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1 posição central (putahi)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Peças claras e escuras</a:t>
            </a:r>
            <a:endParaRPr lang="pt-PT" sz="2000"/>
          </a:p>
          <a:p>
            <a:endParaRPr lang="pt-PT" sz="200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0D370D8-5357-8143-F7DC-12A76E3FA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7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4C05E0-A431-356F-74C2-F98CA314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t-PT" sz="3800">
                <a:solidFill>
                  <a:schemeClr val="bg1"/>
                </a:solidFill>
              </a:rPr>
              <a:t>Regras do Jogo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46C541C-82DD-B978-DE0E-A1A39B737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2000">
                <a:solidFill>
                  <a:schemeClr val="bg1"/>
                </a:solidFill>
                <a:ea typeface="+mn-lt"/>
                <a:cs typeface="+mn-lt"/>
              </a:rPr>
              <a:t>Mover para posição adjacente vazia</a:t>
            </a:r>
            <a:endParaRPr lang="pt-PT" sz="2000">
              <a:solidFill>
                <a:schemeClr val="bg1"/>
              </a:solidFill>
            </a:endParaRPr>
          </a:p>
          <a:p>
            <a:r>
              <a:rPr lang="pt-PT" sz="2000">
                <a:solidFill>
                  <a:schemeClr val="bg1"/>
                </a:solidFill>
                <a:ea typeface="+mn-lt"/>
                <a:cs typeface="+mn-lt"/>
              </a:rPr>
              <a:t>Centro só se tocar peça adversária</a:t>
            </a:r>
            <a:endParaRPr lang="pt-PT" sz="2000">
              <a:solidFill>
                <a:schemeClr val="bg1"/>
              </a:solidFill>
            </a:endParaRPr>
          </a:p>
          <a:p>
            <a:r>
              <a:rPr lang="pt-PT" sz="2000">
                <a:solidFill>
                  <a:schemeClr val="bg1"/>
                </a:solidFill>
                <a:ea typeface="+mn-lt"/>
                <a:cs typeface="+mn-lt"/>
              </a:rPr>
              <a:t>Não pode saltar peças</a:t>
            </a:r>
            <a:endParaRPr lang="pt-PT" sz="2000">
              <a:solidFill>
                <a:schemeClr val="bg1"/>
              </a:solidFill>
            </a:endParaRPr>
          </a:p>
          <a:p>
            <a:r>
              <a:rPr lang="pt-PT" sz="2000">
                <a:solidFill>
                  <a:schemeClr val="bg1"/>
                </a:solidFill>
                <a:ea typeface="+mn-lt"/>
                <a:cs typeface="+mn-lt"/>
              </a:rPr>
              <a:t>Turnos alternados</a:t>
            </a:r>
            <a:endParaRPr lang="pt-PT" sz="2000">
              <a:solidFill>
                <a:schemeClr val="bg1"/>
              </a:solidFill>
            </a:endParaRPr>
          </a:p>
          <a:p>
            <a:r>
              <a:rPr lang="pt-PT" sz="2000">
                <a:solidFill>
                  <a:schemeClr val="bg1"/>
                </a:solidFill>
                <a:ea typeface="+mn-lt"/>
                <a:cs typeface="+mn-lt"/>
              </a:rPr>
              <a:t>Vitória: adversário sem movimentos</a:t>
            </a:r>
            <a:endParaRPr lang="pt-PT" sz="2000">
              <a:solidFill>
                <a:schemeClr val="bg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Video Project 5">
            <a:hlinkClick r:id="" action="ppaction://media"/>
            <a:extLst>
              <a:ext uri="{FF2B5EF4-FFF2-40B4-BE49-F238E27FC236}">
                <a16:creationId xmlns:a16="http://schemas.microsoft.com/office/drawing/2014/main" id="{19FF65DB-F953-C05E-0CDE-C84E9DE580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25453" y="1835284"/>
            <a:ext cx="5666547" cy="318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7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9456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8B119F-8C01-0D6A-662A-1E47DF164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319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pt-PT">
                <a:solidFill>
                  <a:srgbClr val="FFFFFF"/>
                </a:solidFill>
              </a:rPr>
              <a:t>Analise 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807426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807BA02E-D430-229E-1ACC-00F031D4F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graphicFrame>
        <p:nvGraphicFramePr>
          <p:cNvPr id="19" name="Marcador de Posição de Conteúdo 2">
            <a:extLst>
              <a:ext uri="{FF2B5EF4-FFF2-40B4-BE49-F238E27FC236}">
                <a16:creationId xmlns:a16="http://schemas.microsoft.com/office/drawing/2014/main" id="{636CA605-7590-4950-4A38-A8FB1CD1AD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19861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6456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4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9456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59D988-E457-6D5A-D436-DD42EA8F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6644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pt-PT" sz="5200"/>
              <a:t>Requisitos não funcionais</a:t>
            </a:r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BB0965FA-399C-205D-1CE9-E135C56A7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C2D79D26-8E0A-36AA-4078-6C296809B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06672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4045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9456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19456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7D07EE-ED39-5670-BBFF-250016A3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95654"/>
            <a:ext cx="10477600" cy="1157242"/>
          </a:xfrm>
        </p:spPr>
        <p:txBody>
          <a:bodyPr>
            <a:normAutofit/>
          </a:bodyPr>
          <a:lstStyle/>
          <a:p>
            <a:r>
              <a:rPr lang="pt-PT" sz="4000"/>
              <a:t>Requisitos Funcionais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5A7F611-368B-DC1C-6D3B-642930EDF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graphicFrame>
        <p:nvGraphicFramePr>
          <p:cNvPr id="11" name="Tabela 5">
            <a:extLst>
              <a:ext uri="{FF2B5EF4-FFF2-40B4-BE49-F238E27FC236}">
                <a16:creationId xmlns:a16="http://schemas.microsoft.com/office/drawing/2014/main" id="{028EFDF2-86B9-92BA-4655-8D06A0604F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482780"/>
              </p:ext>
            </p:extLst>
          </p:nvPr>
        </p:nvGraphicFramePr>
        <p:xfrm>
          <a:off x="1250830" y="2209751"/>
          <a:ext cx="9690340" cy="37006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03152">
                  <a:extLst>
                    <a:ext uri="{9D8B030D-6E8A-4147-A177-3AD203B41FA5}">
                      <a16:colId xmlns:a16="http://schemas.microsoft.com/office/drawing/2014/main" val="4249209357"/>
                    </a:ext>
                  </a:extLst>
                </a:gridCol>
                <a:gridCol w="3423262">
                  <a:extLst>
                    <a:ext uri="{9D8B030D-6E8A-4147-A177-3AD203B41FA5}">
                      <a16:colId xmlns:a16="http://schemas.microsoft.com/office/drawing/2014/main" val="2338356422"/>
                    </a:ext>
                  </a:extLst>
                </a:gridCol>
                <a:gridCol w="4563926">
                  <a:extLst>
                    <a:ext uri="{9D8B030D-6E8A-4147-A177-3AD203B41FA5}">
                      <a16:colId xmlns:a16="http://schemas.microsoft.com/office/drawing/2014/main" val="824272419"/>
                    </a:ext>
                  </a:extLst>
                </a:gridCol>
              </a:tblGrid>
              <a:tr h="52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ID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Requisito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Descrição</a:t>
                      </a:r>
                    </a:p>
                  </a:txBody>
                  <a:tcPr marL="125060" marR="125060" marT="62529" marB="62529" anchor="ctr"/>
                </a:tc>
                <a:extLst>
                  <a:ext uri="{0D108BD9-81ED-4DB2-BD59-A6C34878D82A}">
                    <a16:rowId xmlns:a16="http://schemas.microsoft.com/office/drawing/2014/main" val="1390621604"/>
                  </a:ext>
                </a:extLst>
              </a:tr>
              <a:tr h="52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RF01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Iniciar jogo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Nova partida</a:t>
                      </a:r>
                    </a:p>
                  </a:txBody>
                  <a:tcPr marL="125060" marR="125060" marT="62529" marB="62529" anchor="ctr"/>
                </a:tc>
                <a:extLst>
                  <a:ext uri="{0D108BD9-81ED-4DB2-BD59-A6C34878D82A}">
                    <a16:rowId xmlns:a16="http://schemas.microsoft.com/office/drawing/2014/main" val="2257105246"/>
                  </a:ext>
                </a:extLst>
              </a:tr>
              <a:tr h="52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RF03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Mover peça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Jogadas válidas</a:t>
                      </a:r>
                    </a:p>
                  </a:txBody>
                  <a:tcPr marL="125060" marR="125060" marT="62529" marB="62529" anchor="ctr"/>
                </a:tc>
                <a:extLst>
                  <a:ext uri="{0D108BD9-81ED-4DB2-BD59-A6C34878D82A}">
                    <a16:rowId xmlns:a16="http://schemas.microsoft.com/office/drawing/2014/main" val="3244713652"/>
                  </a:ext>
                </a:extLst>
              </a:tr>
              <a:tr h="52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RF04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Validar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Confirmar regras</a:t>
                      </a:r>
                    </a:p>
                  </a:txBody>
                  <a:tcPr marL="125060" marR="125060" marT="62529" marB="62529" anchor="ctr"/>
                </a:tc>
                <a:extLst>
                  <a:ext uri="{0D108BD9-81ED-4DB2-BD59-A6C34878D82A}">
                    <a16:rowId xmlns:a16="http://schemas.microsoft.com/office/drawing/2014/main" val="3287949615"/>
                  </a:ext>
                </a:extLst>
              </a:tr>
              <a:tr h="52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RF08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Vitória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Declarar vencedor</a:t>
                      </a:r>
                    </a:p>
                  </a:txBody>
                  <a:tcPr marL="125060" marR="125060" marT="62529" marB="62529" anchor="ctr"/>
                </a:tc>
                <a:extLst>
                  <a:ext uri="{0D108BD9-81ED-4DB2-BD59-A6C34878D82A}">
                    <a16:rowId xmlns:a16="http://schemas.microsoft.com/office/drawing/2014/main" val="1942035370"/>
                  </a:ext>
                </a:extLst>
              </a:tr>
              <a:tr h="52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RF11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Jogo em rede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Multiplayer LAN</a:t>
                      </a:r>
                    </a:p>
                  </a:txBody>
                  <a:tcPr marL="125060" marR="125060" marT="62529" marB="62529" anchor="ctr"/>
                </a:tc>
                <a:extLst>
                  <a:ext uri="{0D108BD9-81ED-4DB2-BD59-A6C34878D82A}">
                    <a16:rowId xmlns:a16="http://schemas.microsoft.com/office/drawing/2014/main" val="227745793"/>
                  </a:ext>
                </a:extLst>
              </a:tr>
              <a:tr h="528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RF13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Guardar jogo</a:t>
                      </a:r>
                    </a:p>
                  </a:txBody>
                  <a:tcPr marL="125060" marR="125060" marT="62529" marB="6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400"/>
                        <a:t>Gravar estado</a:t>
                      </a:r>
                    </a:p>
                  </a:txBody>
                  <a:tcPr marL="125060" marR="125060" marT="62529" marB="62529" anchor="ctr"/>
                </a:tc>
                <a:extLst>
                  <a:ext uri="{0D108BD9-81ED-4DB2-BD59-A6C34878D82A}">
                    <a16:rowId xmlns:a16="http://schemas.microsoft.com/office/drawing/2014/main" val="1358062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88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9456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524535-5B45-412C-F4F0-F4AD614D7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581"/>
            <a:ext cx="10515600" cy="1325563"/>
          </a:xfrm>
        </p:spPr>
        <p:txBody>
          <a:bodyPr>
            <a:normAutofit/>
          </a:bodyPr>
          <a:lstStyle/>
          <a:p>
            <a:r>
              <a:rPr lang="pt-PT" sz="5400">
                <a:solidFill>
                  <a:schemeClr val="bg1"/>
                </a:solidFill>
              </a:rPr>
              <a:t>Fluxo do jogo</a:t>
            </a:r>
          </a:p>
        </p:txBody>
      </p:sp>
      <p:sp>
        <p:nvSpPr>
          <p:cNvPr id="48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901000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14580212-B60D-1F26-822F-8F87ED9E1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81F62C42-E6A7-5670-C305-1C67A03F3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554769"/>
              </p:ext>
            </p:extLst>
          </p:nvPr>
        </p:nvGraphicFramePr>
        <p:xfrm>
          <a:off x="838200" y="2223902"/>
          <a:ext cx="10515600" cy="4176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004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600" y="0"/>
            <a:ext cx="5486400" cy="792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" name="Shape 1"/>
          <p:cNvSpPr/>
          <p:nvPr/>
        </p:nvSpPr>
        <p:spPr>
          <a:xfrm>
            <a:off x="6705600" y="853440"/>
            <a:ext cx="5486400" cy="792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" name="Shape 2"/>
          <p:cNvSpPr/>
          <p:nvPr/>
        </p:nvSpPr>
        <p:spPr>
          <a:xfrm>
            <a:off x="67056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" name="Shape 3"/>
          <p:cNvSpPr/>
          <p:nvPr/>
        </p:nvSpPr>
        <p:spPr>
          <a:xfrm>
            <a:off x="70104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" name="Shape 4"/>
          <p:cNvSpPr/>
          <p:nvPr/>
        </p:nvSpPr>
        <p:spPr>
          <a:xfrm>
            <a:off x="73152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7" name="Shape 5"/>
          <p:cNvSpPr/>
          <p:nvPr/>
        </p:nvSpPr>
        <p:spPr>
          <a:xfrm>
            <a:off x="76200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8" name="Shape 6"/>
          <p:cNvSpPr/>
          <p:nvPr/>
        </p:nvSpPr>
        <p:spPr>
          <a:xfrm>
            <a:off x="79248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9" name="Shape 7"/>
          <p:cNvSpPr/>
          <p:nvPr/>
        </p:nvSpPr>
        <p:spPr>
          <a:xfrm>
            <a:off x="82296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0" name="Shape 8"/>
          <p:cNvSpPr/>
          <p:nvPr/>
        </p:nvSpPr>
        <p:spPr>
          <a:xfrm>
            <a:off x="85344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1" name="Shape 9"/>
          <p:cNvSpPr/>
          <p:nvPr/>
        </p:nvSpPr>
        <p:spPr>
          <a:xfrm>
            <a:off x="88392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2" name="Shape 10"/>
          <p:cNvSpPr/>
          <p:nvPr/>
        </p:nvSpPr>
        <p:spPr>
          <a:xfrm>
            <a:off x="91440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3" name="Shape 11"/>
          <p:cNvSpPr/>
          <p:nvPr/>
        </p:nvSpPr>
        <p:spPr>
          <a:xfrm>
            <a:off x="94488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4" name="Shape 12"/>
          <p:cNvSpPr/>
          <p:nvPr/>
        </p:nvSpPr>
        <p:spPr>
          <a:xfrm>
            <a:off x="97536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5" name="Shape 13"/>
          <p:cNvSpPr/>
          <p:nvPr/>
        </p:nvSpPr>
        <p:spPr>
          <a:xfrm>
            <a:off x="100584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6" name="Shape 14"/>
          <p:cNvSpPr/>
          <p:nvPr/>
        </p:nvSpPr>
        <p:spPr>
          <a:xfrm>
            <a:off x="103632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7" name="Shape 15"/>
          <p:cNvSpPr/>
          <p:nvPr/>
        </p:nvSpPr>
        <p:spPr>
          <a:xfrm>
            <a:off x="106680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8" name="Shape 16"/>
          <p:cNvSpPr/>
          <p:nvPr/>
        </p:nvSpPr>
        <p:spPr>
          <a:xfrm>
            <a:off x="109728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9" name="Shape 17"/>
          <p:cNvSpPr/>
          <p:nvPr/>
        </p:nvSpPr>
        <p:spPr>
          <a:xfrm>
            <a:off x="112776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0" name="Shape 18"/>
          <p:cNvSpPr/>
          <p:nvPr/>
        </p:nvSpPr>
        <p:spPr>
          <a:xfrm>
            <a:off x="115824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1" name="Shape 19"/>
          <p:cNvSpPr/>
          <p:nvPr/>
        </p:nvSpPr>
        <p:spPr>
          <a:xfrm>
            <a:off x="118872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2" name="Shape 20"/>
          <p:cNvSpPr/>
          <p:nvPr/>
        </p:nvSpPr>
        <p:spPr>
          <a:xfrm>
            <a:off x="6705600" y="1706880"/>
            <a:ext cx="5486400" cy="792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3" name="Shape 21"/>
          <p:cNvSpPr/>
          <p:nvPr/>
        </p:nvSpPr>
        <p:spPr>
          <a:xfrm>
            <a:off x="6705600" y="2560320"/>
            <a:ext cx="5486400" cy="792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4" name="Shape 22"/>
          <p:cNvSpPr/>
          <p:nvPr/>
        </p:nvSpPr>
        <p:spPr>
          <a:xfrm>
            <a:off x="6705600" y="3413760"/>
            <a:ext cx="5486400" cy="792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5" name="Shape 23"/>
          <p:cNvSpPr/>
          <p:nvPr/>
        </p:nvSpPr>
        <p:spPr>
          <a:xfrm>
            <a:off x="67056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6" name="Shape 24"/>
          <p:cNvSpPr/>
          <p:nvPr/>
        </p:nvSpPr>
        <p:spPr>
          <a:xfrm>
            <a:off x="70104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7" name="Shape 25"/>
          <p:cNvSpPr/>
          <p:nvPr/>
        </p:nvSpPr>
        <p:spPr>
          <a:xfrm>
            <a:off x="73152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8" name="Shape 26"/>
          <p:cNvSpPr/>
          <p:nvPr/>
        </p:nvSpPr>
        <p:spPr>
          <a:xfrm>
            <a:off x="76200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9" name="Shape 27"/>
          <p:cNvSpPr/>
          <p:nvPr/>
        </p:nvSpPr>
        <p:spPr>
          <a:xfrm>
            <a:off x="79248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0" name="Shape 28"/>
          <p:cNvSpPr/>
          <p:nvPr/>
        </p:nvSpPr>
        <p:spPr>
          <a:xfrm>
            <a:off x="82296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1" name="Shape 29"/>
          <p:cNvSpPr/>
          <p:nvPr/>
        </p:nvSpPr>
        <p:spPr>
          <a:xfrm>
            <a:off x="85344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2" name="Shape 30"/>
          <p:cNvSpPr/>
          <p:nvPr/>
        </p:nvSpPr>
        <p:spPr>
          <a:xfrm>
            <a:off x="88392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3" name="Shape 31"/>
          <p:cNvSpPr/>
          <p:nvPr/>
        </p:nvSpPr>
        <p:spPr>
          <a:xfrm>
            <a:off x="91440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4" name="Shape 32"/>
          <p:cNvSpPr/>
          <p:nvPr/>
        </p:nvSpPr>
        <p:spPr>
          <a:xfrm>
            <a:off x="94488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5" name="Shape 33"/>
          <p:cNvSpPr/>
          <p:nvPr/>
        </p:nvSpPr>
        <p:spPr>
          <a:xfrm>
            <a:off x="97536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6" name="Shape 34"/>
          <p:cNvSpPr/>
          <p:nvPr/>
        </p:nvSpPr>
        <p:spPr>
          <a:xfrm>
            <a:off x="100584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7" name="Shape 35"/>
          <p:cNvSpPr/>
          <p:nvPr/>
        </p:nvSpPr>
        <p:spPr>
          <a:xfrm>
            <a:off x="103632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8" name="Shape 36"/>
          <p:cNvSpPr/>
          <p:nvPr/>
        </p:nvSpPr>
        <p:spPr>
          <a:xfrm>
            <a:off x="106680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9" name="Shape 37"/>
          <p:cNvSpPr/>
          <p:nvPr/>
        </p:nvSpPr>
        <p:spPr>
          <a:xfrm>
            <a:off x="109728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0" name="Shape 38"/>
          <p:cNvSpPr/>
          <p:nvPr/>
        </p:nvSpPr>
        <p:spPr>
          <a:xfrm>
            <a:off x="112776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1" name="Shape 39"/>
          <p:cNvSpPr/>
          <p:nvPr/>
        </p:nvSpPr>
        <p:spPr>
          <a:xfrm>
            <a:off x="115824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2" name="Shape 40"/>
          <p:cNvSpPr/>
          <p:nvPr/>
        </p:nvSpPr>
        <p:spPr>
          <a:xfrm>
            <a:off x="118872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3" name="Shape 41"/>
          <p:cNvSpPr/>
          <p:nvPr/>
        </p:nvSpPr>
        <p:spPr>
          <a:xfrm>
            <a:off x="6705600" y="4267200"/>
            <a:ext cx="5486400" cy="792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4" name="Shape 42"/>
          <p:cNvSpPr/>
          <p:nvPr/>
        </p:nvSpPr>
        <p:spPr>
          <a:xfrm>
            <a:off x="6705600" y="5120640"/>
            <a:ext cx="5486400" cy="792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5" name="Shape 43"/>
          <p:cNvSpPr/>
          <p:nvPr/>
        </p:nvSpPr>
        <p:spPr>
          <a:xfrm>
            <a:off x="6705600" y="5974080"/>
            <a:ext cx="5486400" cy="792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6" name="Shape 44"/>
          <p:cNvSpPr/>
          <p:nvPr/>
        </p:nvSpPr>
        <p:spPr>
          <a:xfrm>
            <a:off x="67056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7" name="Shape 45"/>
          <p:cNvSpPr/>
          <p:nvPr/>
        </p:nvSpPr>
        <p:spPr>
          <a:xfrm>
            <a:off x="70104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8" name="Shape 46"/>
          <p:cNvSpPr/>
          <p:nvPr/>
        </p:nvSpPr>
        <p:spPr>
          <a:xfrm>
            <a:off x="73152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9" name="Shape 47"/>
          <p:cNvSpPr/>
          <p:nvPr/>
        </p:nvSpPr>
        <p:spPr>
          <a:xfrm>
            <a:off x="76200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0" name="Shape 48"/>
          <p:cNvSpPr/>
          <p:nvPr/>
        </p:nvSpPr>
        <p:spPr>
          <a:xfrm>
            <a:off x="79248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1" name="Shape 49"/>
          <p:cNvSpPr/>
          <p:nvPr/>
        </p:nvSpPr>
        <p:spPr>
          <a:xfrm>
            <a:off x="82296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2" name="Shape 50"/>
          <p:cNvSpPr/>
          <p:nvPr/>
        </p:nvSpPr>
        <p:spPr>
          <a:xfrm>
            <a:off x="85344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3" name="Shape 51"/>
          <p:cNvSpPr/>
          <p:nvPr/>
        </p:nvSpPr>
        <p:spPr>
          <a:xfrm>
            <a:off x="88392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4" name="Shape 52"/>
          <p:cNvSpPr/>
          <p:nvPr/>
        </p:nvSpPr>
        <p:spPr>
          <a:xfrm>
            <a:off x="91440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5" name="Shape 53"/>
          <p:cNvSpPr/>
          <p:nvPr/>
        </p:nvSpPr>
        <p:spPr>
          <a:xfrm>
            <a:off x="94488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6" name="Shape 54"/>
          <p:cNvSpPr/>
          <p:nvPr/>
        </p:nvSpPr>
        <p:spPr>
          <a:xfrm>
            <a:off x="97536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7" name="Shape 55"/>
          <p:cNvSpPr/>
          <p:nvPr/>
        </p:nvSpPr>
        <p:spPr>
          <a:xfrm>
            <a:off x="100584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8" name="Shape 56"/>
          <p:cNvSpPr/>
          <p:nvPr/>
        </p:nvSpPr>
        <p:spPr>
          <a:xfrm>
            <a:off x="103632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9" name="Shape 57"/>
          <p:cNvSpPr/>
          <p:nvPr/>
        </p:nvSpPr>
        <p:spPr>
          <a:xfrm>
            <a:off x="106680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0" name="Shape 58"/>
          <p:cNvSpPr/>
          <p:nvPr/>
        </p:nvSpPr>
        <p:spPr>
          <a:xfrm>
            <a:off x="109728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1" name="Shape 59"/>
          <p:cNvSpPr/>
          <p:nvPr/>
        </p:nvSpPr>
        <p:spPr>
          <a:xfrm>
            <a:off x="112776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2" name="Shape 60"/>
          <p:cNvSpPr/>
          <p:nvPr/>
        </p:nvSpPr>
        <p:spPr>
          <a:xfrm>
            <a:off x="115824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3" name="Shape 61"/>
          <p:cNvSpPr/>
          <p:nvPr/>
        </p:nvSpPr>
        <p:spPr>
          <a:xfrm>
            <a:off x="118872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4" name="Text 62"/>
          <p:cNvSpPr/>
          <p:nvPr/>
        </p:nvSpPr>
        <p:spPr>
          <a:xfrm>
            <a:off x="609600" y="1950720"/>
            <a:ext cx="5730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5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</a:t>
            </a:r>
            <a:endParaRPr lang="en-US" sz="5333"/>
          </a:p>
          <a:p>
            <a:pPr marL="0" indent="0" algn="l">
              <a:buNone/>
            </a:pPr>
            <a:r>
              <a:rPr lang="en-US" sz="5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Aplicação</a:t>
            </a:r>
            <a:endParaRPr lang="en-US" sz="5333"/>
          </a:p>
        </p:txBody>
      </p:sp>
      <p:sp>
        <p:nvSpPr>
          <p:cNvPr id="65" name="Text 63"/>
          <p:cNvSpPr/>
          <p:nvPr/>
        </p:nvSpPr>
        <p:spPr>
          <a:xfrm>
            <a:off x="609600" y="4267200"/>
            <a:ext cx="5730240" cy="609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2400" dirty="0">
              <a:solidFill>
                <a:srgbClr val="66666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09600" y="4998720"/>
            <a:ext cx="5730240" cy="487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1700" dirty="0">
              <a:solidFill>
                <a:srgbClr val="7F8C8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8064"/>
            <a:ext cx="12192000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3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Estrutura</a:t>
            </a:r>
            <a:endParaRPr lang="en-US" sz="3733"/>
          </a:p>
        </p:txBody>
      </p:sp>
      <p:sp>
        <p:nvSpPr>
          <p:cNvPr id="4" name="Text 1"/>
          <p:cNvSpPr/>
          <p:nvPr/>
        </p:nvSpPr>
        <p:spPr>
          <a:xfrm>
            <a:off x="609600" y="115824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está organizada em 5 pacotes com responsabilidades claramente separadas (SRP). Comunicação via TCP/IP com arquitectura cliente-servidor.</a:t>
            </a:r>
            <a:endParaRPr lang="en-US" sz="1600"/>
          </a:p>
        </p:txBody>
      </p:sp>
      <p:sp>
        <p:nvSpPr>
          <p:cNvPr id="5" name="Shape 2"/>
          <p:cNvSpPr/>
          <p:nvPr/>
        </p:nvSpPr>
        <p:spPr>
          <a:xfrm>
            <a:off x="609600" y="1950720"/>
            <a:ext cx="2097024" cy="4145280"/>
          </a:xfrm>
          <a:prstGeom prst="rect">
            <a:avLst/>
          </a:prstGeom>
          <a:solidFill>
            <a:srgbClr val="EEEEEE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" name="Shape 3"/>
          <p:cNvSpPr/>
          <p:nvPr/>
        </p:nvSpPr>
        <p:spPr>
          <a:xfrm>
            <a:off x="609600" y="1950720"/>
            <a:ext cx="2097024" cy="219456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352" y="2340864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600" y="3169920"/>
            <a:ext cx="20970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733"/>
          </a:p>
        </p:txBody>
      </p:sp>
      <p:sp>
        <p:nvSpPr>
          <p:cNvPr id="9" name="Text 5"/>
          <p:cNvSpPr/>
          <p:nvPr/>
        </p:nvSpPr>
        <p:spPr>
          <a:xfrm>
            <a:off x="609600" y="3718560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do jogo</a:t>
            </a:r>
            <a:endParaRPr lang="en-US" sz="1333"/>
          </a:p>
        </p:txBody>
      </p:sp>
      <p:sp>
        <p:nvSpPr>
          <p:cNvPr id="10" name="Shape 6"/>
          <p:cNvSpPr/>
          <p:nvPr/>
        </p:nvSpPr>
        <p:spPr>
          <a:xfrm>
            <a:off x="2828544" y="1950720"/>
            <a:ext cx="2097024" cy="4145280"/>
          </a:xfrm>
          <a:prstGeom prst="rect">
            <a:avLst/>
          </a:prstGeom>
          <a:solidFill>
            <a:srgbClr val="EEEEEE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1" name="Shape 7"/>
          <p:cNvSpPr/>
          <p:nvPr/>
        </p:nvSpPr>
        <p:spPr>
          <a:xfrm>
            <a:off x="2828544" y="1950720"/>
            <a:ext cx="2097024" cy="21945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2340864"/>
            <a:ext cx="731520" cy="731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28544" y="3169920"/>
            <a:ext cx="20970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733"/>
          </a:p>
        </p:txBody>
      </p:sp>
      <p:sp>
        <p:nvSpPr>
          <p:cNvPr id="14" name="Text 9"/>
          <p:cNvSpPr/>
          <p:nvPr/>
        </p:nvSpPr>
        <p:spPr>
          <a:xfrm>
            <a:off x="2828544" y="3718560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serializável</a:t>
            </a:r>
            <a:endParaRPr lang="en-US" sz="1333"/>
          </a:p>
        </p:txBody>
      </p:sp>
      <p:sp>
        <p:nvSpPr>
          <p:cNvPr id="15" name="Shape 10"/>
          <p:cNvSpPr/>
          <p:nvPr/>
        </p:nvSpPr>
        <p:spPr>
          <a:xfrm>
            <a:off x="5047488" y="1950720"/>
            <a:ext cx="2097024" cy="4145280"/>
          </a:xfrm>
          <a:prstGeom prst="rect">
            <a:avLst/>
          </a:prstGeom>
          <a:solidFill>
            <a:srgbClr val="EEEEEE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6" name="Shape 11"/>
          <p:cNvSpPr/>
          <p:nvPr/>
        </p:nvSpPr>
        <p:spPr>
          <a:xfrm>
            <a:off x="5047488" y="1950720"/>
            <a:ext cx="2097024" cy="219456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0240" y="2340864"/>
            <a:ext cx="731520" cy="7315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47488" y="3169920"/>
            <a:ext cx="20970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733"/>
          </a:p>
        </p:txBody>
      </p:sp>
      <p:sp>
        <p:nvSpPr>
          <p:cNvPr id="19" name="Text 13"/>
          <p:cNvSpPr/>
          <p:nvPr/>
        </p:nvSpPr>
        <p:spPr>
          <a:xfrm>
            <a:off x="5047488" y="3718560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TCP</a:t>
            </a:r>
            <a:endParaRPr lang="en-US" sz="1333"/>
          </a:p>
        </p:txBody>
      </p:sp>
      <p:sp>
        <p:nvSpPr>
          <p:cNvPr id="20" name="Shape 14"/>
          <p:cNvSpPr/>
          <p:nvPr/>
        </p:nvSpPr>
        <p:spPr>
          <a:xfrm>
            <a:off x="7266432" y="1950720"/>
            <a:ext cx="2097024" cy="4145280"/>
          </a:xfrm>
          <a:prstGeom prst="rect">
            <a:avLst/>
          </a:prstGeom>
          <a:solidFill>
            <a:srgbClr val="EEEEEE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1" name="Shape 15"/>
          <p:cNvSpPr/>
          <p:nvPr/>
        </p:nvSpPr>
        <p:spPr>
          <a:xfrm>
            <a:off x="7266432" y="1950720"/>
            <a:ext cx="2097024" cy="219456"/>
          </a:xfrm>
          <a:prstGeom prst="rect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9184" y="2340864"/>
            <a:ext cx="731520" cy="7315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6432" y="3169920"/>
            <a:ext cx="20970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733"/>
          </a:p>
        </p:txBody>
      </p:sp>
      <p:sp>
        <p:nvSpPr>
          <p:cNvPr id="24" name="Text 17"/>
          <p:cNvSpPr/>
          <p:nvPr/>
        </p:nvSpPr>
        <p:spPr>
          <a:xfrm>
            <a:off x="7266432" y="3718560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Gravação em ficheiro</a:t>
            </a:r>
            <a:endParaRPr lang="en-US" sz="1333"/>
          </a:p>
        </p:txBody>
      </p:sp>
      <p:sp>
        <p:nvSpPr>
          <p:cNvPr id="25" name="Shape 18"/>
          <p:cNvSpPr/>
          <p:nvPr/>
        </p:nvSpPr>
        <p:spPr>
          <a:xfrm>
            <a:off x="9485376" y="1950720"/>
            <a:ext cx="2097024" cy="4145280"/>
          </a:xfrm>
          <a:prstGeom prst="rect">
            <a:avLst/>
          </a:prstGeom>
          <a:solidFill>
            <a:srgbClr val="EEEEEE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6" name="Shape 19"/>
          <p:cNvSpPr/>
          <p:nvPr/>
        </p:nvSpPr>
        <p:spPr>
          <a:xfrm>
            <a:off x="9485376" y="1950720"/>
            <a:ext cx="2097024" cy="219456"/>
          </a:xfrm>
          <a:prstGeom prst="rect">
            <a:avLst/>
          </a:prstGeom>
          <a:solidFill>
            <a:srgbClr val="212F3D"/>
          </a:solidFill>
          <a:ln w="12700">
            <a:solidFill>
              <a:srgbClr val="212F3D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8128" y="2340864"/>
            <a:ext cx="731520" cy="7315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485376" y="3169920"/>
            <a:ext cx="20970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733"/>
          </a:p>
        </p:txBody>
      </p:sp>
      <p:sp>
        <p:nvSpPr>
          <p:cNvPr id="29" name="Text 21"/>
          <p:cNvSpPr/>
          <p:nvPr/>
        </p:nvSpPr>
        <p:spPr>
          <a:xfrm>
            <a:off x="9485376" y="3718560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</a:t>
            </a:r>
            <a:endParaRPr lang="en-US" sz="1333"/>
          </a:p>
        </p:txBody>
      </p:sp>
      <p:sp>
        <p:nvSpPr>
          <p:cNvPr id="30" name="Text 22"/>
          <p:cNvSpPr/>
          <p:nvPr/>
        </p:nvSpPr>
        <p:spPr>
          <a:xfrm>
            <a:off x="60960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i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SRP — cada pacote tem uma única responsabilidade bem definida.</a:t>
            </a:r>
            <a:endParaRPr lang="en-US" sz="1333"/>
          </a:p>
        </p:txBody>
      </p:sp>
      <p:sp>
        <p:nvSpPr>
          <p:cNvPr id="32" name="Text 24"/>
          <p:cNvSpPr/>
          <p:nvPr/>
        </p:nvSpPr>
        <p:spPr>
          <a:xfrm>
            <a:off x="11338560" y="6522720"/>
            <a:ext cx="60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>
                <a:solidFill>
                  <a:srgbClr val="7F8C8D"/>
                </a:solidFill>
              </a:rPr>
              <a:t>2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897364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9456"/>
            <a:ext cx="146304" cy="66324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" name="Text 1"/>
          <p:cNvSpPr/>
          <p:nvPr/>
        </p:nvSpPr>
        <p:spPr>
          <a:xfrm>
            <a:off x="426720" y="341376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domínio</a:t>
            </a:r>
            <a:endParaRPr lang="en-US" sz="3733"/>
          </a:p>
        </p:txBody>
      </p:sp>
      <p:sp>
        <p:nvSpPr>
          <p:cNvPr id="5" name="Text 2"/>
          <p:cNvSpPr/>
          <p:nvPr/>
        </p:nvSpPr>
        <p:spPr>
          <a:xfrm>
            <a:off x="426720" y="1072896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da aplicação — lógica do jogo independente de rede ou interface.</a:t>
            </a:r>
            <a:endParaRPr lang="en-US" sz="1600"/>
          </a:p>
        </p:txBody>
      </p:sp>
      <p:sp>
        <p:nvSpPr>
          <p:cNvPr id="6" name="Shape 3"/>
          <p:cNvSpPr/>
          <p:nvPr/>
        </p:nvSpPr>
        <p:spPr>
          <a:xfrm>
            <a:off x="426720" y="1682496"/>
            <a:ext cx="5608320" cy="999744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7" name="Shape 4"/>
          <p:cNvSpPr/>
          <p:nvPr/>
        </p:nvSpPr>
        <p:spPr>
          <a:xfrm>
            <a:off x="426720" y="1682496"/>
            <a:ext cx="97536" cy="99974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8" name="Text 5"/>
          <p:cNvSpPr/>
          <p:nvPr/>
        </p:nvSpPr>
        <p:spPr>
          <a:xfrm>
            <a:off x="609600" y="1731264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</a:t>
            </a:r>
            <a:endParaRPr lang="en-US" sz="1467"/>
          </a:p>
        </p:txBody>
      </p:sp>
      <p:sp>
        <p:nvSpPr>
          <p:cNvPr id="9" name="Text 6"/>
          <p:cNvSpPr/>
          <p:nvPr/>
        </p:nvSpPr>
        <p:spPr>
          <a:xfrm>
            <a:off x="609600" y="2048256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 o fluxo da partida. Valida e executa movimentos, verifica a vitória e produz snapshots.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26720" y="2840736"/>
            <a:ext cx="5608320" cy="999744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1" name="Shape 8"/>
          <p:cNvSpPr/>
          <p:nvPr/>
        </p:nvSpPr>
        <p:spPr>
          <a:xfrm>
            <a:off x="426720" y="2840736"/>
            <a:ext cx="97536" cy="99974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2" name="Text 9"/>
          <p:cNvSpPr/>
          <p:nvPr/>
        </p:nvSpPr>
        <p:spPr>
          <a:xfrm>
            <a:off x="609600" y="2889504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TABULEIRO</a:t>
            </a:r>
            <a:endParaRPr lang="en-US" sz="1467"/>
          </a:p>
        </p:txBody>
      </p:sp>
      <p:sp>
        <p:nvSpPr>
          <p:cNvPr id="13" name="Text 10"/>
          <p:cNvSpPr/>
          <p:nvPr/>
        </p:nvSpPr>
        <p:spPr>
          <a:xfrm>
            <a:off x="609600" y="3206496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fixa — adjacências entre casas imutáveis configuradas no construtor.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426720" y="3998976"/>
            <a:ext cx="5608320" cy="999744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5" name="Shape 12"/>
          <p:cNvSpPr/>
          <p:nvPr/>
        </p:nvSpPr>
        <p:spPr>
          <a:xfrm>
            <a:off x="426720" y="3998976"/>
            <a:ext cx="97536" cy="99974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6" name="Text 13"/>
          <p:cNvSpPr/>
          <p:nvPr/>
        </p:nvSpPr>
        <p:spPr>
          <a:xfrm>
            <a:off x="609600" y="4047744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467"/>
          </a:p>
        </p:txBody>
      </p:sp>
      <p:sp>
        <p:nvSpPr>
          <p:cNvPr id="17" name="Text 14"/>
          <p:cNvSpPr/>
          <p:nvPr/>
        </p:nvSpPr>
        <p:spPr>
          <a:xfrm>
            <a:off x="609600" y="4364736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cada posição do tabuleiro (8 kewai periféricas + 1 putahi central).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426720" y="5157216"/>
            <a:ext cx="5608320" cy="999744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9" name="Shape 16"/>
          <p:cNvSpPr/>
          <p:nvPr/>
        </p:nvSpPr>
        <p:spPr>
          <a:xfrm>
            <a:off x="426720" y="5157216"/>
            <a:ext cx="97536" cy="99974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0" name="Text 17"/>
          <p:cNvSpPr/>
          <p:nvPr/>
        </p:nvSpPr>
        <p:spPr>
          <a:xfrm>
            <a:off x="609600" y="5205984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</a:t>
            </a:r>
            <a:endParaRPr lang="en-US" sz="1467"/>
          </a:p>
        </p:txBody>
      </p:sp>
      <p:sp>
        <p:nvSpPr>
          <p:cNvPr id="21" name="Text 18"/>
          <p:cNvSpPr/>
          <p:nvPr/>
        </p:nvSpPr>
        <p:spPr>
          <a:xfrm>
            <a:off x="609600" y="5522976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o movimento — calcula as casas válidas aplicando regras de adjacência e putahi.</a:t>
            </a:r>
            <a:endParaRPr lang="en-US" sz="1200"/>
          </a:p>
        </p:txBody>
      </p:sp>
      <p:sp>
        <p:nvSpPr>
          <p:cNvPr id="22" name="Shape 19"/>
          <p:cNvSpPr/>
          <p:nvPr/>
        </p:nvSpPr>
        <p:spPr>
          <a:xfrm>
            <a:off x="6339840" y="1682496"/>
            <a:ext cx="5608320" cy="999744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3" name="Shape 20"/>
          <p:cNvSpPr/>
          <p:nvPr/>
        </p:nvSpPr>
        <p:spPr>
          <a:xfrm>
            <a:off x="6339840" y="1682496"/>
            <a:ext cx="97536" cy="99974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4" name="Text 21"/>
          <p:cNvSpPr/>
          <p:nvPr/>
        </p:nvSpPr>
        <p:spPr>
          <a:xfrm>
            <a:off x="6522720" y="1731264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</a:t>
            </a:r>
            <a:endParaRPr lang="en-US" sz="1467"/>
          </a:p>
        </p:txBody>
      </p:sp>
      <p:sp>
        <p:nvSpPr>
          <p:cNvPr id="25" name="Text 22"/>
          <p:cNvSpPr/>
          <p:nvPr/>
        </p:nvSpPr>
        <p:spPr>
          <a:xfrm>
            <a:off x="6522720" y="2048256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cada participante e as suas peças na partida.</a:t>
            </a:r>
            <a:endParaRPr lang="en-US" sz="1200"/>
          </a:p>
        </p:txBody>
      </p:sp>
      <p:sp>
        <p:nvSpPr>
          <p:cNvPr id="26" name="Shape 23"/>
          <p:cNvSpPr/>
          <p:nvPr/>
        </p:nvSpPr>
        <p:spPr>
          <a:xfrm>
            <a:off x="6339840" y="2840736"/>
            <a:ext cx="5608320" cy="999744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7" name="Shape 24"/>
          <p:cNvSpPr/>
          <p:nvPr/>
        </p:nvSpPr>
        <p:spPr>
          <a:xfrm>
            <a:off x="6339840" y="2840736"/>
            <a:ext cx="97536" cy="99974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8" name="Text 25"/>
          <p:cNvSpPr/>
          <p:nvPr/>
        </p:nvSpPr>
        <p:spPr>
          <a:xfrm>
            <a:off x="6522720" y="2889504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ESTADO_DE_JOGO</a:t>
            </a:r>
            <a:endParaRPr lang="en-US" sz="1467"/>
          </a:p>
        </p:txBody>
      </p:sp>
      <p:sp>
        <p:nvSpPr>
          <p:cNvPr id="29" name="Text 26"/>
          <p:cNvSpPr/>
          <p:nvPr/>
        </p:nvSpPr>
        <p:spPr>
          <a:xfrm>
            <a:off x="6522720" y="3206496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com os estados possíveis da partida (A_DECORRER, VITORIA, etc.).</a:t>
            </a:r>
            <a:endParaRPr lang="en-US" sz="1200"/>
          </a:p>
        </p:txBody>
      </p:sp>
      <p:sp>
        <p:nvSpPr>
          <p:cNvPr id="30" name="Shape 27"/>
          <p:cNvSpPr/>
          <p:nvPr/>
        </p:nvSpPr>
        <p:spPr>
          <a:xfrm>
            <a:off x="6339840" y="3998976"/>
            <a:ext cx="5608320" cy="999744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1" name="Shape 28"/>
          <p:cNvSpPr/>
          <p:nvPr/>
        </p:nvSpPr>
        <p:spPr>
          <a:xfrm>
            <a:off x="6339840" y="3998976"/>
            <a:ext cx="97536" cy="99974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2" name="Text 29"/>
          <p:cNvSpPr/>
          <p:nvPr/>
        </p:nvSpPr>
        <p:spPr>
          <a:xfrm>
            <a:off x="6522720" y="4047744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GAMEDEFINITIONS</a:t>
            </a:r>
            <a:endParaRPr lang="en-US" sz="1467"/>
          </a:p>
        </p:txBody>
      </p:sp>
      <p:sp>
        <p:nvSpPr>
          <p:cNvPr id="33" name="Text 30"/>
          <p:cNvSpPr/>
          <p:nvPr/>
        </p:nvSpPr>
        <p:spPr>
          <a:xfrm>
            <a:off x="6522720" y="4364736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 e utilitários — centraliza valores fixos para evitar magic numbers.</a:t>
            </a:r>
            <a:endParaRPr lang="en-US" sz="1200"/>
          </a:p>
        </p:txBody>
      </p:sp>
      <p:sp>
        <p:nvSpPr>
          <p:cNvPr id="35" name="Text 32"/>
          <p:cNvSpPr/>
          <p:nvPr/>
        </p:nvSpPr>
        <p:spPr>
          <a:xfrm>
            <a:off x="11338560" y="6522720"/>
            <a:ext cx="60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>
                <a:solidFill>
                  <a:srgbClr val="7F8C8D"/>
                </a:solidFill>
              </a:rPr>
              <a:t>3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778657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9456"/>
            <a:ext cx="146304" cy="66324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" name="Text 1"/>
          <p:cNvSpPr/>
          <p:nvPr/>
        </p:nvSpPr>
        <p:spPr>
          <a:xfrm>
            <a:off x="426720" y="341376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estado</a:t>
            </a:r>
            <a:endParaRPr lang="en-US" sz="3733"/>
          </a:p>
        </p:txBody>
      </p:sp>
      <p:sp>
        <p:nvSpPr>
          <p:cNvPr id="5" name="Text 2"/>
          <p:cNvSpPr/>
          <p:nvPr/>
        </p:nvSpPr>
        <p:spPr>
          <a:xfrm>
            <a:off x="426720" y="1072896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que representam o estado serializável — usadas para envio em rede e persistência.</a:t>
            </a:r>
            <a:endParaRPr lang="en-US" sz="1600"/>
          </a:p>
        </p:txBody>
      </p:sp>
      <p:sp>
        <p:nvSpPr>
          <p:cNvPr id="6" name="Shape 3"/>
          <p:cNvSpPr/>
          <p:nvPr/>
        </p:nvSpPr>
        <p:spPr>
          <a:xfrm>
            <a:off x="426720" y="1767840"/>
            <a:ext cx="3535680" cy="451104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7" name="Shape 4"/>
          <p:cNvSpPr/>
          <p:nvPr/>
        </p:nvSpPr>
        <p:spPr>
          <a:xfrm>
            <a:off x="426720" y="1767840"/>
            <a:ext cx="3535680" cy="2682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13360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6720" y="2987040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</a:t>
            </a:r>
            <a:endParaRPr lang="en-US" sz="1867"/>
          </a:p>
        </p:txBody>
      </p:sp>
      <p:sp>
        <p:nvSpPr>
          <p:cNvPr id="10" name="Text 6"/>
          <p:cNvSpPr/>
          <p:nvPr/>
        </p:nvSpPr>
        <p:spPr>
          <a:xfrm>
            <a:off x="573024" y="3535680"/>
            <a:ext cx="324307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completo e imutável da partida.</a:t>
            </a:r>
            <a:endParaRPr lang="en-US" sz="1333"/>
          </a:p>
        </p:txBody>
      </p:sp>
      <p:sp>
        <p:nvSpPr>
          <p:cNvPr id="11" name="Text 7"/>
          <p:cNvSpPr/>
          <p:nvPr/>
        </p:nvSpPr>
        <p:spPr>
          <a:xfrm>
            <a:off x="573024" y="4120896"/>
            <a:ext cx="3243072" cy="1950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Serializable → enviado via ObjectOutputStream e gravado em ficheiro. É o único objecto que circula pela rede.</a:t>
            </a:r>
            <a:endParaRPr lang="en-US" sz="1333"/>
          </a:p>
        </p:txBody>
      </p:sp>
      <p:sp>
        <p:nvSpPr>
          <p:cNvPr id="12" name="Shape 8"/>
          <p:cNvSpPr/>
          <p:nvPr/>
        </p:nvSpPr>
        <p:spPr>
          <a:xfrm>
            <a:off x="4267200" y="1767840"/>
            <a:ext cx="3535680" cy="451104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3" name="Shape 9"/>
          <p:cNvSpPr/>
          <p:nvPr/>
        </p:nvSpPr>
        <p:spPr>
          <a:xfrm>
            <a:off x="4267200" y="1767840"/>
            <a:ext cx="3535680" cy="2682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13360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67200" y="2987040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867"/>
          </a:p>
        </p:txBody>
      </p:sp>
      <p:sp>
        <p:nvSpPr>
          <p:cNvPr id="16" name="Text 11"/>
          <p:cNvSpPr/>
          <p:nvPr/>
        </p:nvSpPr>
        <p:spPr>
          <a:xfrm>
            <a:off x="4413504" y="3535680"/>
            <a:ext cx="324307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todos os parâmetros configuráveis.</a:t>
            </a:r>
            <a:endParaRPr lang="en-US" sz="1333"/>
          </a:p>
        </p:txBody>
      </p:sp>
      <p:sp>
        <p:nvSpPr>
          <p:cNvPr id="17" name="Text 12"/>
          <p:cNvSpPr/>
          <p:nvPr/>
        </p:nvSpPr>
        <p:spPr>
          <a:xfrm>
            <a:off x="4413504" y="4120896"/>
            <a:ext cx="3243072" cy="1950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Carregada no arranque e guardada ao fechar a aplicação. Contém preferências do utilizador.</a:t>
            </a:r>
            <a:endParaRPr lang="en-US" sz="1333"/>
          </a:p>
        </p:txBody>
      </p:sp>
      <p:sp>
        <p:nvSpPr>
          <p:cNvPr id="18" name="Shape 13"/>
          <p:cNvSpPr/>
          <p:nvPr/>
        </p:nvSpPr>
        <p:spPr>
          <a:xfrm>
            <a:off x="8107680" y="1767840"/>
            <a:ext cx="3535680" cy="451104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9" name="Shape 14"/>
          <p:cNvSpPr/>
          <p:nvPr/>
        </p:nvSpPr>
        <p:spPr>
          <a:xfrm>
            <a:off x="8107680" y="1767840"/>
            <a:ext cx="3535680" cy="2682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2133600"/>
            <a:ext cx="731520" cy="7315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07680" y="2987040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JOGADA</a:t>
            </a:r>
            <a:endParaRPr lang="en-US" sz="1867"/>
          </a:p>
        </p:txBody>
      </p:sp>
      <p:sp>
        <p:nvSpPr>
          <p:cNvPr id="22" name="Text 16"/>
          <p:cNvSpPr/>
          <p:nvPr/>
        </p:nvSpPr>
        <p:spPr>
          <a:xfrm>
            <a:off x="8253984" y="3535680"/>
            <a:ext cx="324307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imutável de um único movimento.</a:t>
            </a:r>
            <a:endParaRPr lang="en-US" sz="1333"/>
          </a:p>
        </p:txBody>
      </p:sp>
      <p:sp>
        <p:nvSpPr>
          <p:cNvPr id="23" name="Text 17"/>
          <p:cNvSpPr/>
          <p:nvPr/>
        </p:nvSpPr>
        <p:spPr>
          <a:xfrm>
            <a:off x="8253984" y="4120896"/>
            <a:ext cx="3243072" cy="1950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Compõe o histórico dentro do GameState. Identifica a peça movida e a casa destino.</a:t>
            </a:r>
            <a:endParaRPr lang="en-US" sz="1333"/>
          </a:p>
        </p:txBody>
      </p:sp>
      <p:sp>
        <p:nvSpPr>
          <p:cNvPr id="25" name="Text 19"/>
          <p:cNvSpPr/>
          <p:nvPr/>
        </p:nvSpPr>
        <p:spPr>
          <a:xfrm>
            <a:off x="11338560" y="6522720"/>
            <a:ext cx="60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>
                <a:solidFill>
                  <a:srgbClr val="7F8C8D"/>
                </a:solidFill>
              </a:rPr>
              <a:t>4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089854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9456"/>
            <a:ext cx="146304" cy="6632448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" name="Text 1"/>
          <p:cNvSpPr/>
          <p:nvPr/>
        </p:nvSpPr>
        <p:spPr>
          <a:xfrm>
            <a:off x="426720" y="341376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rede</a:t>
            </a:r>
            <a:endParaRPr lang="en-US" sz="3733"/>
          </a:p>
        </p:txBody>
      </p:sp>
      <p:sp>
        <p:nvSpPr>
          <p:cNvPr id="5" name="Text 2"/>
          <p:cNvSpPr/>
          <p:nvPr/>
        </p:nvSpPr>
        <p:spPr>
          <a:xfrm>
            <a:off x="426720" y="1072896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a comunicação TCP entre as duas instâncias. Arquitectura cliente-servidor com ObjectOutputStream.</a:t>
            </a:r>
            <a:endParaRPr lang="en-US" sz="1600"/>
          </a:p>
        </p:txBody>
      </p:sp>
      <p:sp>
        <p:nvSpPr>
          <p:cNvPr id="6" name="Shape 3"/>
          <p:cNvSpPr/>
          <p:nvPr/>
        </p:nvSpPr>
        <p:spPr>
          <a:xfrm>
            <a:off x="426720" y="1682496"/>
            <a:ext cx="5608320" cy="1402080"/>
          </a:xfrm>
          <a:prstGeom prst="rect">
            <a:avLst/>
          </a:prstGeom>
          <a:solidFill>
            <a:srgbClr val="F2F4F4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24" y="2023872"/>
            <a:ext cx="670560" cy="670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02080" y="1804416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GAMESERVER</a:t>
            </a:r>
            <a:endParaRPr lang="en-US" sz="1467"/>
          </a:p>
        </p:txBody>
      </p:sp>
      <p:sp>
        <p:nvSpPr>
          <p:cNvPr id="9" name="Text 5"/>
          <p:cNvSpPr/>
          <p:nvPr/>
        </p:nvSpPr>
        <p:spPr>
          <a:xfrm>
            <a:off x="1402080" y="2194560"/>
            <a:ext cx="45110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numa máquina. Aceita ligações, recebe jogadas e difunde o novo GameState a todos os clientes.</a:t>
            </a:r>
            <a:endParaRPr lang="en-US" sz="1200"/>
          </a:p>
        </p:txBody>
      </p:sp>
      <p:sp>
        <p:nvSpPr>
          <p:cNvPr id="10" name="Shape 6"/>
          <p:cNvSpPr/>
          <p:nvPr/>
        </p:nvSpPr>
        <p:spPr>
          <a:xfrm>
            <a:off x="426720" y="3267456"/>
            <a:ext cx="5608320" cy="1402080"/>
          </a:xfrm>
          <a:prstGeom prst="rect">
            <a:avLst/>
          </a:prstGeom>
          <a:solidFill>
            <a:srgbClr val="F2F4F4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24" y="3608832"/>
            <a:ext cx="670560" cy="6705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2080" y="3389376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GAMECLIENT</a:t>
            </a:r>
            <a:endParaRPr lang="en-US" sz="1467"/>
          </a:p>
        </p:txBody>
      </p:sp>
      <p:sp>
        <p:nvSpPr>
          <p:cNvPr id="13" name="Text 8"/>
          <p:cNvSpPr/>
          <p:nvPr/>
        </p:nvSpPr>
        <p:spPr>
          <a:xfrm>
            <a:off x="1402080" y="3779520"/>
            <a:ext cx="45110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Instanciado em cada máquina. Liga-se ao servidor, envia jogadas e recebe actualizações via NetworkListener.</a:t>
            </a:r>
            <a:endParaRPr lang="en-US" sz="1200"/>
          </a:p>
        </p:txBody>
      </p:sp>
      <p:sp>
        <p:nvSpPr>
          <p:cNvPr id="14" name="Shape 9"/>
          <p:cNvSpPr/>
          <p:nvPr/>
        </p:nvSpPr>
        <p:spPr>
          <a:xfrm>
            <a:off x="426720" y="4852416"/>
            <a:ext cx="5608320" cy="1402080"/>
          </a:xfrm>
          <a:prstGeom prst="rect">
            <a:avLst/>
          </a:prstGeom>
          <a:solidFill>
            <a:srgbClr val="F2F4F4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024" y="5193792"/>
            <a:ext cx="670560" cy="6705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02080" y="4974336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NETWORKMESSAGE</a:t>
            </a:r>
            <a:endParaRPr lang="en-US" sz="1467"/>
          </a:p>
        </p:txBody>
      </p:sp>
      <p:sp>
        <p:nvSpPr>
          <p:cNvPr id="17" name="Text 11"/>
          <p:cNvSpPr/>
          <p:nvPr/>
        </p:nvSpPr>
        <p:spPr>
          <a:xfrm>
            <a:off x="1402080" y="5364480"/>
            <a:ext cx="45110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Serializable que encapsula qualquer mensagem. O campo payload transporta o objecto concreto.</a:t>
            </a:r>
            <a:endParaRPr lang="en-US" sz="1200"/>
          </a:p>
        </p:txBody>
      </p:sp>
      <p:sp>
        <p:nvSpPr>
          <p:cNvPr id="18" name="Shape 12"/>
          <p:cNvSpPr/>
          <p:nvPr/>
        </p:nvSpPr>
        <p:spPr>
          <a:xfrm>
            <a:off x="6339840" y="1682496"/>
            <a:ext cx="5608320" cy="1402080"/>
          </a:xfrm>
          <a:prstGeom prst="rect">
            <a:avLst/>
          </a:prstGeom>
          <a:solidFill>
            <a:srgbClr val="F2F4F4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144" y="2023872"/>
            <a:ext cx="670560" cy="6705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0" y="1804416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NETWORKLISTENER</a:t>
            </a:r>
            <a:endParaRPr lang="en-US" sz="1467"/>
          </a:p>
        </p:txBody>
      </p:sp>
      <p:sp>
        <p:nvSpPr>
          <p:cNvPr id="21" name="Text 14"/>
          <p:cNvSpPr/>
          <p:nvPr/>
        </p:nvSpPr>
        <p:spPr>
          <a:xfrm>
            <a:off x="7315200" y="2194560"/>
            <a:ext cx="45110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implementada pelo GameController (GUI) para receber notificações assíncronas do GameClient.</a:t>
            </a:r>
            <a:endParaRPr lang="en-US" sz="1200"/>
          </a:p>
        </p:txBody>
      </p:sp>
      <p:sp>
        <p:nvSpPr>
          <p:cNvPr id="22" name="Shape 15"/>
          <p:cNvSpPr/>
          <p:nvPr/>
        </p:nvSpPr>
        <p:spPr>
          <a:xfrm>
            <a:off x="6339840" y="3267456"/>
            <a:ext cx="5608320" cy="1402080"/>
          </a:xfrm>
          <a:prstGeom prst="rect">
            <a:avLst/>
          </a:prstGeom>
          <a:solidFill>
            <a:srgbClr val="F2F4F4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144" y="3608832"/>
            <a:ext cx="670560" cy="6705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0" y="3389376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CONECTIONMANAGER</a:t>
            </a:r>
            <a:endParaRPr lang="en-US" sz="1467"/>
          </a:p>
        </p:txBody>
      </p:sp>
      <p:sp>
        <p:nvSpPr>
          <p:cNvPr id="25" name="Text 17"/>
          <p:cNvSpPr/>
          <p:nvPr/>
        </p:nvSpPr>
        <p:spPr>
          <a:xfrm>
            <a:off x="7315200" y="3779520"/>
            <a:ext cx="45110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o ciclo de vida TCP — tentativas de ligação, reconexões automáticas e timeouts.</a:t>
            </a:r>
            <a:endParaRPr lang="en-US" sz="1200"/>
          </a:p>
        </p:txBody>
      </p:sp>
      <p:sp>
        <p:nvSpPr>
          <p:cNvPr id="26" name="Shape 18"/>
          <p:cNvSpPr/>
          <p:nvPr/>
        </p:nvSpPr>
        <p:spPr>
          <a:xfrm>
            <a:off x="6339840" y="4852416"/>
            <a:ext cx="5608320" cy="1402080"/>
          </a:xfrm>
          <a:prstGeom prst="rect">
            <a:avLst/>
          </a:prstGeom>
          <a:solidFill>
            <a:srgbClr val="F2F4F4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144" y="5193792"/>
            <a:ext cx="670560" cy="6705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15200" y="4974336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TIPOMENSAGEM</a:t>
            </a:r>
            <a:endParaRPr lang="en-US" sz="1467"/>
          </a:p>
        </p:txBody>
      </p:sp>
      <p:sp>
        <p:nvSpPr>
          <p:cNvPr id="29" name="Text 20"/>
          <p:cNvSpPr/>
          <p:nvPr/>
        </p:nvSpPr>
        <p:spPr>
          <a:xfrm>
            <a:off x="7315200" y="5364480"/>
            <a:ext cx="45110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dos tipos de mensagem possíveis: JOGADA, GAMESTATE, etc.</a:t>
            </a:r>
            <a:endParaRPr lang="en-US" sz="1200"/>
          </a:p>
        </p:txBody>
      </p:sp>
      <p:sp>
        <p:nvSpPr>
          <p:cNvPr id="31" name="Text 22"/>
          <p:cNvSpPr/>
          <p:nvPr/>
        </p:nvSpPr>
        <p:spPr>
          <a:xfrm>
            <a:off x="11338560" y="6522720"/>
            <a:ext cx="60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>
                <a:solidFill>
                  <a:srgbClr val="7F8C8D"/>
                </a:solidFill>
              </a:rPr>
              <a:t>5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405390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9456"/>
            <a:ext cx="146304" cy="6632448"/>
          </a:xfrm>
          <a:prstGeom prst="rect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" name="Text 1"/>
          <p:cNvSpPr/>
          <p:nvPr/>
        </p:nvSpPr>
        <p:spPr>
          <a:xfrm>
            <a:off x="426720" y="341376"/>
            <a:ext cx="85344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persistência</a:t>
            </a:r>
            <a:endParaRPr lang="en-US" sz="3733"/>
          </a:p>
        </p:txBody>
      </p:sp>
      <p:sp>
        <p:nvSpPr>
          <p:cNvPr id="5" name="Text 2"/>
          <p:cNvSpPr/>
          <p:nvPr/>
        </p:nvSpPr>
        <p:spPr>
          <a:xfrm>
            <a:off x="426720" y="1072896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por gravar e carregar o estado completo da aplicação num ficheiro local.</a:t>
            </a:r>
            <a:endParaRPr lang="en-US" sz="1600"/>
          </a:p>
        </p:txBody>
      </p:sp>
      <p:sp>
        <p:nvSpPr>
          <p:cNvPr id="6" name="Shape 3"/>
          <p:cNvSpPr/>
          <p:nvPr/>
        </p:nvSpPr>
        <p:spPr>
          <a:xfrm>
            <a:off x="426720" y="1767840"/>
            <a:ext cx="5303520" cy="457200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7" name="Shape 4"/>
          <p:cNvSpPr/>
          <p:nvPr/>
        </p:nvSpPr>
        <p:spPr>
          <a:xfrm>
            <a:off x="426720" y="1767840"/>
            <a:ext cx="5303520" cy="268224"/>
          </a:xfrm>
          <a:prstGeom prst="rect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24" y="2109216"/>
            <a:ext cx="670560" cy="67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2080" y="2109216"/>
            <a:ext cx="4145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</a:t>
            </a:r>
            <a:endParaRPr lang="en-US" sz="2000"/>
          </a:p>
        </p:txBody>
      </p:sp>
      <p:sp>
        <p:nvSpPr>
          <p:cNvPr id="10" name="Text 6"/>
          <p:cNvSpPr/>
          <p:nvPr/>
        </p:nvSpPr>
        <p:spPr>
          <a:xfrm>
            <a:off x="609600" y="292608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Abstrai toda a lógica de I/O.</a:t>
            </a:r>
            <a:endParaRPr lang="en-US" sz="1467"/>
          </a:p>
        </p:txBody>
      </p:sp>
      <p:sp>
        <p:nvSpPr>
          <p:cNvPr id="11" name="Shape 7"/>
          <p:cNvSpPr/>
          <p:nvPr/>
        </p:nvSpPr>
        <p:spPr>
          <a:xfrm>
            <a:off x="609600" y="3608832"/>
            <a:ext cx="121920" cy="12192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2" name="Text 8"/>
          <p:cNvSpPr/>
          <p:nvPr/>
        </p:nvSpPr>
        <p:spPr>
          <a:xfrm>
            <a:off x="816864" y="3486912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dois formatos: Java binário (.ser) e JSON (.json)</a:t>
            </a:r>
            <a:endParaRPr lang="en-US" sz="1467"/>
          </a:p>
        </p:txBody>
      </p:sp>
      <p:sp>
        <p:nvSpPr>
          <p:cNvPr id="13" name="Shape 9"/>
          <p:cNvSpPr/>
          <p:nvPr/>
        </p:nvSpPr>
        <p:spPr>
          <a:xfrm>
            <a:off x="609600" y="4279392"/>
            <a:ext cx="121920" cy="12192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4" name="Text 10"/>
          <p:cNvSpPr/>
          <p:nvPr/>
        </p:nvSpPr>
        <p:spPr>
          <a:xfrm>
            <a:off x="816864" y="4157472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configurável via FormatoFicheiro</a:t>
            </a:r>
            <a:endParaRPr lang="en-US" sz="1467"/>
          </a:p>
        </p:txBody>
      </p:sp>
      <p:sp>
        <p:nvSpPr>
          <p:cNvPr id="15" name="Shape 11"/>
          <p:cNvSpPr/>
          <p:nvPr/>
        </p:nvSpPr>
        <p:spPr>
          <a:xfrm>
            <a:off x="609600" y="4949952"/>
            <a:ext cx="121920" cy="12192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6" name="Text 12"/>
          <p:cNvSpPr/>
          <p:nvPr/>
        </p:nvSpPr>
        <p:spPr>
          <a:xfrm>
            <a:off x="816864" y="4828032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e carrega tabuleiro, jogador actual e configurações</a:t>
            </a:r>
            <a:endParaRPr lang="en-US" sz="1467"/>
          </a:p>
        </p:txBody>
      </p:sp>
      <p:sp>
        <p:nvSpPr>
          <p:cNvPr id="17" name="Shape 13"/>
          <p:cNvSpPr/>
          <p:nvPr/>
        </p:nvSpPr>
        <p:spPr>
          <a:xfrm>
            <a:off x="6096000" y="1767840"/>
            <a:ext cx="5303520" cy="457200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8" name="Shape 14"/>
          <p:cNvSpPr/>
          <p:nvPr/>
        </p:nvSpPr>
        <p:spPr>
          <a:xfrm>
            <a:off x="6096000" y="1767840"/>
            <a:ext cx="5303520" cy="268224"/>
          </a:xfrm>
          <a:prstGeom prst="rect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304" y="2109216"/>
            <a:ext cx="670560" cy="6705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71360" y="2109216"/>
            <a:ext cx="4145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FORMATOFICHEIRO</a:t>
            </a:r>
            <a:endParaRPr lang="en-US" sz="2000"/>
          </a:p>
        </p:txBody>
      </p:sp>
      <p:sp>
        <p:nvSpPr>
          <p:cNvPr id="21" name="Text 16"/>
          <p:cNvSpPr/>
          <p:nvPr/>
        </p:nvSpPr>
        <p:spPr>
          <a:xfrm>
            <a:off x="6278880" y="292608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dos formatos de ficheiro suportados.</a:t>
            </a:r>
            <a:endParaRPr lang="en-US" sz="1467"/>
          </a:p>
        </p:txBody>
      </p:sp>
      <p:sp>
        <p:nvSpPr>
          <p:cNvPr id="22" name="Shape 17"/>
          <p:cNvSpPr/>
          <p:nvPr/>
        </p:nvSpPr>
        <p:spPr>
          <a:xfrm>
            <a:off x="6278880" y="3608832"/>
            <a:ext cx="121920" cy="12192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3" name="Text 18"/>
          <p:cNvSpPr/>
          <p:nvPr/>
        </p:nvSpPr>
        <p:spPr>
          <a:xfrm>
            <a:off x="6486144" y="3486912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— serialização Java nativa (.ser)</a:t>
            </a:r>
            <a:endParaRPr lang="en-US" sz="1467"/>
          </a:p>
        </p:txBody>
      </p:sp>
      <p:sp>
        <p:nvSpPr>
          <p:cNvPr id="24" name="Shape 19"/>
          <p:cNvSpPr/>
          <p:nvPr/>
        </p:nvSpPr>
        <p:spPr>
          <a:xfrm>
            <a:off x="6278880" y="4279392"/>
            <a:ext cx="121920" cy="12192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5" name="Text 20"/>
          <p:cNvSpPr/>
          <p:nvPr/>
        </p:nvSpPr>
        <p:spPr>
          <a:xfrm>
            <a:off x="6486144" y="4157472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formato textual legível (.json)</a:t>
            </a:r>
            <a:endParaRPr lang="en-US" sz="1467"/>
          </a:p>
        </p:txBody>
      </p:sp>
      <p:sp>
        <p:nvSpPr>
          <p:cNvPr id="26" name="Shape 21"/>
          <p:cNvSpPr/>
          <p:nvPr/>
        </p:nvSpPr>
        <p:spPr>
          <a:xfrm>
            <a:off x="6278880" y="4949952"/>
            <a:ext cx="121920" cy="12192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7" name="Text 22"/>
          <p:cNvSpPr/>
          <p:nvPr/>
        </p:nvSpPr>
        <p:spPr>
          <a:xfrm>
            <a:off x="6486144" y="4828032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Configurável pelo utilizador na aplicação</a:t>
            </a:r>
            <a:endParaRPr lang="en-US" sz="1467"/>
          </a:p>
        </p:txBody>
      </p:sp>
      <p:sp>
        <p:nvSpPr>
          <p:cNvPr id="29" name="Text 24"/>
          <p:cNvSpPr/>
          <p:nvPr/>
        </p:nvSpPr>
        <p:spPr>
          <a:xfrm>
            <a:off x="11338560" y="6522720"/>
            <a:ext cx="60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>
                <a:solidFill>
                  <a:srgbClr val="7F8C8D"/>
                </a:solidFill>
              </a:rPr>
              <a:t>6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913088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4137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Cliente-Servidor</a:t>
            </a:r>
            <a:endParaRPr lang="en-US" sz="3733"/>
          </a:p>
        </p:txBody>
      </p:sp>
      <p:sp>
        <p:nvSpPr>
          <p:cNvPr id="4" name="Text 1"/>
          <p:cNvSpPr/>
          <p:nvPr/>
        </p:nvSpPr>
        <p:spPr>
          <a:xfrm>
            <a:off x="609600" y="1072896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máquinas comunicam via TCP/IP. O GameServer corre numa delas; ambas executam o GameClient.</a:t>
            </a:r>
            <a:endParaRPr lang="en-US" sz="1600"/>
          </a:p>
        </p:txBody>
      </p:sp>
      <p:sp>
        <p:nvSpPr>
          <p:cNvPr id="5" name="Shape 2"/>
          <p:cNvSpPr/>
          <p:nvPr/>
        </p:nvSpPr>
        <p:spPr>
          <a:xfrm>
            <a:off x="609600" y="1828800"/>
            <a:ext cx="3901440" cy="3413760"/>
          </a:xfrm>
          <a:prstGeom prst="rect">
            <a:avLst/>
          </a:prstGeom>
          <a:solidFill>
            <a:srgbClr val="EAF2FF"/>
          </a:solidFill>
          <a:ln w="25400">
            <a:solidFill>
              <a:srgbClr val="AED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" name="Text 3"/>
          <p:cNvSpPr/>
          <p:nvPr/>
        </p:nvSpPr>
        <p:spPr>
          <a:xfrm>
            <a:off x="609600" y="1828800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1 (Servidor)</a:t>
            </a:r>
            <a:endParaRPr lang="en-US" sz="1467"/>
          </a:p>
        </p:txBody>
      </p:sp>
      <p:sp>
        <p:nvSpPr>
          <p:cNvPr id="7" name="Shape 4"/>
          <p:cNvSpPr/>
          <p:nvPr/>
        </p:nvSpPr>
        <p:spPr>
          <a:xfrm>
            <a:off x="853440" y="2438400"/>
            <a:ext cx="3413760" cy="60960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8" name="Text 5"/>
          <p:cNvSpPr/>
          <p:nvPr/>
        </p:nvSpPr>
        <p:spPr>
          <a:xfrm>
            <a:off x="853440" y="243840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GameServer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853440" y="3230880"/>
            <a:ext cx="3413760" cy="609600"/>
          </a:xfrm>
          <a:prstGeom prst="rect">
            <a:avLst/>
          </a:prstGeom>
          <a:solidFill>
            <a:srgbClr val="85C1E9"/>
          </a:solidFill>
          <a:ln w="12700">
            <a:solidFill>
              <a:srgbClr val="85C1E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0" name="Text 7"/>
          <p:cNvSpPr/>
          <p:nvPr/>
        </p:nvSpPr>
        <p:spPr>
          <a:xfrm>
            <a:off x="853440" y="323088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GameClient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853440" y="4023360"/>
            <a:ext cx="3413760" cy="609600"/>
          </a:xfrm>
          <a:prstGeom prst="rect">
            <a:avLst/>
          </a:prstGeom>
          <a:solidFill>
            <a:srgbClr val="D4E6F1"/>
          </a:solidFill>
          <a:ln w="12700">
            <a:solidFill>
              <a:srgbClr val="D4E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2" name="Text 9"/>
          <p:cNvSpPr/>
          <p:nvPr/>
        </p:nvSpPr>
        <p:spPr>
          <a:xfrm>
            <a:off x="853440" y="40233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(Jogador 1)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>
          <a:xfrm>
            <a:off x="4535424" y="2926080"/>
            <a:ext cx="312115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4" name="Text 11"/>
          <p:cNvSpPr/>
          <p:nvPr/>
        </p:nvSpPr>
        <p:spPr>
          <a:xfrm>
            <a:off x="4535424" y="2499360"/>
            <a:ext cx="3121152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NetworkMessage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4535424" y="2950464"/>
            <a:ext cx="3121152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333"/>
          </a:p>
        </p:txBody>
      </p:sp>
      <p:sp>
        <p:nvSpPr>
          <p:cNvPr id="16" name="Shape 13"/>
          <p:cNvSpPr/>
          <p:nvPr/>
        </p:nvSpPr>
        <p:spPr>
          <a:xfrm>
            <a:off x="7680960" y="1828800"/>
            <a:ext cx="3901440" cy="3413760"/>
          </a:xfrm>
          <a:prstGeom prst="rect">
            <a:avLst/>
          </a:prstGeom>
          <a:solidFill>
            <a:srgbClr val="EAF2FF"/>
          </a:solidFill>
          <a:ln w="25400">
            <a:solidFill>
              <a:srgbClr val="AED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7" name="Text 14"/>
          <p:cNvSpPr/>
          <p:nvPr/>
        </p:nvSpPr>
        <p:spPr>
          <a:xfrm>
            <a:off x="7680960" y="1828800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2 (Cliente)</a:t>
            </a:r>
            <a:endParaRPr lang="en-US" sz="1467"/>
          </a:p>
        </p:txBody>
      </p:sp>
      <p:sp>
        <p:nvSpPr>
          <p:cNvPr id="18" name="Shape 15"/>
          <p:cNvSpPr/>
          <p:nvPr/>
        </p:nvSpPr>
        <p:spPr>
          <a:xfrm>
            <a:off x="7924800" y="3230880"/>
            <a:ext cx="3413760" cy="609600"/>
          </a:xfrm>
          <a:prstGeom prst="rect">
            <a:avLst/>
          </a:prstGeom>
          <a:solidFill>
            <a:srgbClr val="85C1E9"/>
          </a:solidFill>
          <a:ln w="12700">
            <a:solidFill>
              <a:srgbClr val="85C1E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9" name="Text 16"/>
          <p:cNvSpPr/>
          <p:nvPr/>
        </p:nvSpPr>
        <p:spPr>
          <a:xfrm>
            <a:off x="7924800" y="323088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GameClient</a:t>
            </a:r>
            <a:endParaRPr lang="en-US" sz="1600"/>
          </a:p>
        </p:txBody>
      </p:sp>
      <p:sp>
        <p:nvSpPr>
          <p:cNvPr id="20" name="Shape 17"/>
          <p:cNvSpPr/>
          <p:nvPr/>
        </p:nvSpPr>
        <p:spPr>
          <a:xfrm>
            <a:off x="7924800" y="4023360"/>
            <a:ext cx="3413760" cy="609600"/>
          </a:xfrm>
          <a:prstGeom prst="rect">
            <a:avLst/>
          </a:prstGeom>
          <a:solidFill>
            <a:srgbClr val="D4E6F1"/>
          </a:solidFill>
          <a:ln w="12700">
            <a:solidFill>
              <a:srgbClr val="D4E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1" name="Text 18"/>
          <p:cNvSpPr/>
          <p:nvPr/>
        </p:nvSpPr>
        <p:spPr>
          <a:xfrm>
            <a:off x="7924800" y="40233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(Jogador 2)</a:t>
            </a:r>
            <a:endParaRPr lang="en-US" sz="1600"/>
          </a:p>
        </p:txBody>
      </p:sp>
      <p:sp>
        <p:nvSpPr>
          <p:cNvPr id="22" name="Text 19"/>
          <p:cNvSpPr/>
          <p:nvPr/>
        </p:nvSpPr>
        <p:spPr>
          <a:xfrm>
            <a:off x="609600" y="5608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i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ConectionManager gere reconexões automáticas e timeouts.</a:t>
            </a:r>
            <a:endParaRPr lang="en-US" sz="1333"/>
          </a:p>
        </p:txBody>
      </p:sp>
      <p:sp>
        <p:nvSpPr>
          <p:cNvPr id="24" name="Text 21"/>
          <p:cNvSpPr/>
          <p:nvPr/>
        </p:nvSpPr>
        <p:spPr>
          <a:xfrm>
            <a:off x="11338560" y="6522720"/>
            <a:ext cx="60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>
                <a:solidFill>
                  <a:srgbClr val="7F8C8D"/>
                </a:solidFill>
              </a:rPr>
              <a:t>7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04853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4137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Pacotes</a:t>
            </a:r>
            <a:endParaRPr lang="en-US" sz="3733"/>
          </a:p>
        </p:txBody>
      </p:sp>
      <p:sp>
        <p:nvSpPr>
          <p:cNvPr id="4" name="Text 1"/>
          <p:cNvSpPr/>
          <p:nvPr/>
        </p:nvSpPr>
        <p:spPr>
          <a:xfrm>
            <a:off x="609600" y="1072896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alto nível das dependências entre pacotes. Setas tracejadas = dependências de uso.</a:t>
            </a:r>
            <a:endParaRPr lang="en-US" sz="1600"/>
          </a:p>
        </p:txBody>
      </p:sp>
      <p:sp>
        <p:nvSpPr>
          <p:cNvPr id="5" name="Shape 2"/>
          <p:cNvSpPr/>
          <p:nvPr/>
        </p:nvSpPr>
        <p:spPr>
          <a:xfrm>
            <a:off x="4632960" y="1584960"/>
            <a:ext cx="2926080" cy="853440"/>
          </a:xfrm>
          <a:prstGeom prst="rect">
            <a:avLst/>
          </a:prstGeom>
          <a:solidFill>
            <a:srgbClr val="F4F6F7"/>
          </a:solidFill>
          <a:ln w="254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" name="Shape 3"/>
          <p:cNvSpPr/>
          <p:nvPr/>
        </p:nvSpPr>
        <p:spPr>
          <a:xfrm>
            <a:off x="4632960" y="1584960"/>
            <a:ext cx="2926080" cy="243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7" name="Text 4"/>
          <p:cNvSpPr/>
          <p:nvPr/>
        </p:nvSpPr>
        <p:spPr>
          <a:xfrm>
            <a:off x="4632960" y="1853184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733"/>
          </a:p>
        </p:txBody>
      </p:sp>
      <p:sp>
        <p:nvSpPr>
          <p:cNvPr id="8" name="Shape 5"/>
          <p:cNvSpPr/>
          <p:nvPr/>
        </p:nvSpPr>
        <p:spPr>
          <a:xfrm>
            <a:off x="1521897" y="2164080"/>
            <a:ext cx="2926080" cy="853440"/>
          </a:xfrm>
          <a:prstGeom prst="rect">
            <a:avLst/>
          </a:prstGeom>
          <a:solidFill>
            <a:srgbClr val="F4F6F7"/>
          </a:solidFill>
          <a:ln w="254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9" name="Shape 6"/>
          <p:cNvSpPr/>
          <p:nvPr/>
        </p:nvSpPr>
        <p:spPr>
          <a:xfrm>
            <a:off x="1521897" y="2164080"/>
            <a:ext cx="2926080" cy="2438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0" name="Text 7"/>
          <p:cNvSpPr/>
          <p:nvPr/>
        </p:nvSpPr>
        <p:spPr>
          <a:xfrm>
            <a:off x="1521897" y="2432304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733"/>
          </a:p>
        </p:txBody>
      </p:sp>
      <p:sp>
        <p:nvSpPr>
          <p:cNvPr id="11" name="Shape 8"/>
          <p:cNvSpPr/>
          <p:nvPr/>
        </p:nvSpPr>
        <p:spPr>
          <a:xfrm>
            <a:off x="609600" y="4011168"/>
            <a:ext cx="2682240" cy="853440"/>
          </a:xfrm>
          <a:prstGeom prst="rect">
            <a:avLst/>
          </a:prstGeom>
          <a:solidFill>
            <a:srgbClr val="F4F6F7"/>
          </a:solidFill>
          <a:ln w="25400">
            <a:solidFill>
              <a:srgbClr val="1A5276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2" name="Shape 9"/>
          <p:cNvSpPr/>
          <p:nvPr/>
        </p:nvSpPr>
        <p:spPr>
          <a:xfrm>
            <a:off x="609600" y="4011168"/>
            <a:ext cx="2682240" cy="243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3" name="Text 10"/>
          <p:cNvSpPr/>
          <p:nvPr/>
        </p:nvSpPr>
        <p:spPr>
          <a:xfrm>
            <a:off x="609600" y="4139184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733"/>
          </a:p>
        </p:txBody>
      </p:sp>
      <p:sp>
        <p:nvSpPr>
          <p:cNvPr id="14" name="Shape 11"/>
          <p:cNvSpPr/>
          <p:nvPr/>
        </p:nvSpPr>
        <p:spPr>
          <a:xfrm>
            <a:off x="7315200" y="3048000"/>
            <a:ext cx="2682240" cy="853440"/>
          </a:xfrm>
          <a:prstGeom prst="rect">
            <a:avLst/>
          </a:prstGeom>
          <a:solidFill>
            <a:srgbClr val="F4F6F7"/>
          </a:solidFill>
          <a:ln w="254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5" name="Shape 12"/>
          <p:cNvSpPr/>
          <p:nvPr/>
        </p:nvSpPr>
        <p:spPr>
          <a:xfrm>
            <a:off x="7315200" y="3048000"/>
            <a:ext cx="2682240" cy="243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6" name="Text 13"/>
          <p:cNvSpPr/>
          <p:nvPr/>
        </p:nvSpPr>
        <p:spPr>
          <a:xfrm>
            <a:off x="7315200" y="3316224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733"/>
          </a:p>
        </p:txBody>
      </p:sp>
      <p:sp>
        <p:nvSpPr>
          <p:cNvPr id="17" name="Shape 14"/>
          <p:cNvSpPr/>
          <p:nvPr/>
        </p:nvSpPr>
        <p:spPr>
          <a:xfrm>
            <a:off x="4632960" y="4267200"/>
            <a:ext cx="2926080" cy="853440"/>
          </a:xfrm>
          <a:prstGeom prst="rect">
            <a:avLst/>
          </a:prstGeom>
          <a:solidFill>
            <a:srgbClr val="F4F6F7"/>
          </a:solidFill>
          <a:ln w="254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8" name="Shape 15"/>
          <p:cNvSpPr/>
          <p:nvPr/>
        </p:nvSpPr>
        <p:spPr>
          <a:xfrm>
            <a:off x="4632960" y="4267200"/>
            <a:ext cx="2926080" cy="243840"/>
          </a:xfrm>
          <a:prstGeom prst="rect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9" name="Text 16"/>
          <p:cNvSpPr/>
          <p:nvPr/>
        </p:nvSpPr>
        <p:spPr>
          <a:xfrm>
            <a:off x="4632960" y="4535424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733"/>
          </a:p>
        </p:txBody>
      </p:sp>
      <p:sp>
        <p:nvSpPr>
          <p:cNvPr id="20" name="Shape 17"/>
          <p:cNvSpPr/>
          <p:nvPr/>
        </p:nvSpPr>
        <p:spPr>
          <a:xfrm>
            <a:off x="6096000" y="2438400"/>
            <a:ext cx="0" cy="1914144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1" name="Shape 18"/>
          <p:cNvSpPr/>
          <p:nvPr/>
        </p:nvSpPr>
        <p:spPr>
          <a:xfrm flipH="1">
            <a:off x="3304033" y="3035808"/>
            <a:ext cx="493704" cy="1359408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2" name="Shape 19"/>
          <p:cNvSpPr/>
          <p:nvPr/>
        </p:nvSpPr>
        <p:spPr>
          <a:xfrm>
            <a:off x="3797738" y="3017520"/>
            <a:ext cx="2310455" cy="124968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3" name="Shape 20"/>
          <p:cNvSpPr/>
          <p:nvPr/>
        </p:nvSpPr>
        <p:spPr>
          <a:xfrm flipV="1">
            <a:off x="3291840" y="4267200"/>
            <a:ext cx="2791968" cy="15240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4" name="Shape 21"/>
          <p:cNvSpPr/>
          <p:nvPr/>
        </p:nvSpPr>
        <p:spPr>
          <a:xfrm flipV="1">
            <a:off x="7559040" y="3048000"/>
            <a:ext cx="365760" cy="1914144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6" name="Text 23"/>
          <p:cNvSpPr/>
          <p:nvPr/>
        </p:nvSpPr>
        <p:spPr>
          <a:xfrm>
            <a:off x="11338560" y="6522720"/>
            <a:ext cx="60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>
                <a:solidFill>
                  <a:srgbClr val="7F8C8D"/>
                </a:solidFill>
              </a:rPr>
              <a:t>8</a:t>
            </a:r>
            <a:endParaRPr lang="en-US" sz="1067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DE15826A-AD86-10BA-A1AF-709B3B8C99E8}"/>
              </a:ext>
            </a:extLst>
          </p:cNvPr>
          <p:cNvSpPr/>
          <p:nvPr/>
        </p:nvSpPr>
        <p:spPr>
          <a:xfrm flipV="1">
            <a:off x="4447977" y="2462783"/>
            <a:ext cx="1635827" cy="341376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91BB59D9-9838-9AD8-36CE-5D2396E9F4F0}"/>
              </a:ext>
            </a:extLst>
          </p:cNvPr>
          <p:cNvSpPr/>
          <p:nvPr/>
        </p:nvSpPr>
        <p:spPr>
          <a:xfrm flipV="1">
            <a:off x="3291842" y="2487168"/>
            <a:ext cx="2791957" cy="1865376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215832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4137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Envio de Jogada em Rede</a:t>
            </a:r>
            <a:endParaRPr lang="en-US" sz="3733"/>
          </a:p>
        </p:txBody>
      </p:sp>
      <p:sp>
        <p:nvSpPr>
          <p:cNvPr id="4" name="Text 1"/>
          <p:cNvSpPr/>
          <p:nvPr/>
        </p:nvSpPr>
        <p:spPr>
          <a:xfrm>
            <a:off x="609600" y="1072896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mensagens quando o Jogador 1 realiza uma jogada.</a:t>
            </a:r>
            <a:endParaRPr lang="en-US" sz="1600"/>
          </a:p>
        </p:txBody>
      </p:sp>
      <p:sp>
        <p:nvSpPr>
          <p:cNvPr id="5" name="Shape 2"/>
          <p:cNvSpPr/>
          <p:nvPr/>
        </p:nvSpPr>
        <p:spPr>
          <a:xfrm>
            <a:off x="609600" y="1755648"/>
            <a:ext cx="512064" cy="512064"/>
          </a:xfrm>
          <a:prstGeom prst="ellipse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" name="Text 3"/>
          <p:cNvSpPr/>
          <p:nvPr/>
        </p:nvSpPr>
        <p:spPr>
          <a:xfrm>
            <a:off x="609600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33"/>
          </a:p>
        </p:txBody>
      </p:sp>
      <p:sp>
        <p:nvSpPr>
          <p:cNvPr id="7" name="Shape 4"/>
          <p:cNvSpPr/>
          <p:nvPr/>
        </p:nvSpPr>
        <p:spPr>
          <a:xfrm>
            <a:off x="1280160" y="1755648"/>
            <a:ext cx="2438400" cy="512064"/>
          </a:xfrm>
          <a:prstGeom prst="rect">
            <a:avLst/>
          </a:prstGeom>
          <a:solidFill>
            <a:srgbClr val="EAF2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8" name="Text 5"/>
          <p:cNvSpPr/>
          <p:nvPr/>
        </p:nvSpPr>
        <p:spPr>
          <a:xfrm>
            <a:off x="1280160" y="1755648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(J1)</a:t>
            </a:r>
            <a:endParaRPr lang="en-US" sz="1333"/>
          </a:p>
        </p:txBody>
      </p:sp>
      <p:sp>
        <p:nvSpPr>
          <p:cNvPr id="9" name="Text 6"/>
          <p:cNvSpPr/>
          <p:nvPr/>
        </p:nvSpPr>
        <p:spPr>
          <a:xfrm>
            <a:off x="3901440" y="176784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 1 selecciona e confirma o movimento na interface.</a:t>
            </a:r>
            <a:endParaRPr lang="en-US" sz="1467"/>
          </a:p>
        </p:txBody>
      </p:sp>
      <p:sp>
        <p:nvSpPr>
          <p:cNvPr id="10" name="Shape 7"/>
          <p:cNvSpPr/>
          <p:nvPr/>
        </p:nvSpPr>
        <p:spPr>
          <a:xfrm>
            <a:off x="865632" y="2267712"/>
            <a:ext cx="0" cy="268224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1" name="Shape 8"/>
          <p:cNvSpPr/>
          <p:nvPr/>
        </p:nvSpPr>
        <p:spPr>
          <a:xfrm>
            <a:off x="609600" y="2584704"/>
            <a:ext cx="512064" cy="512064"/>
          </a:xfrm>
          <a:prstGeom prst="ellipse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2" name="Text 9"/>
          <p:cNvSpPr/>
          <p:nvPr/>
        </p:nvSpPr>
        <p:spPr>
          <a:xfrm>
            <a:off x="609600" y="2584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33"/>
          </a:p>
        </p:txBody>
      </p:sp>
      <p:sp>
        <p:nvSpPr>
          <p:cNvPr id="13" name="Shape 10"/>
          <p:cNvSpPr/>
          <p:nvPr/>
        </p:nvSpPr>
        <p:spPr>
          <a:xfrm>
            <a:off x="1280160" y="2584704"/>
            <a:ext cx="2438400" cy="512064"/>
          </a:xfrm>
          <a:prstGeom prst="rect">
            <a:avLst/>
          </a:prstGeom>
          <a:solidFill>
            <a:srgbClr val="EAF2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4" name="Text 11"/>
          <p:cNvSpPr/>
          <p:nvPr/>
        </p:nvSpPr>
        <p:spPr>
          <a:xfrm>
            <a:off x="1280160" y="2584704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GameClient (J1)</a:t>
            </a:r>
            <a:endParaRPr lang="en-US" sz="1333"/>
          </a:p>
        </p:txBody>
      </p:sp>
      <p:sp>
        <p:nvSpPr>
          <p:cNvPr id="15" name="Text 12"/>
          <p:cNvSpPr/>
          <p:nvPr/>
        </p:nvSpPr>
        <p:spPr>
          <a:xfrm>
            <a:off x="3901440" y="2596896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GameClient serializa a Jogada e envia-a ao GameServer via TCP.</a:t>
            </a:r>
            <a:endParaRPr lang="en-US" sz="1467"/>
          </a:p>
        </p:txBody>
      </p:sp>
      <p:sp>
        <p:nvSpPr>
          <p:cNvPr id="16" name="Shape 13"/>
          <p:cNvSpPr/>
          <p:nvPr/>
        </p:nvSpPr>
        <p:spPr>
          <a:xfrm>
            <a:off x="865632" y="3096768"/>
            <a:ext cx="0" cy="268224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7" name="Shape 14"/>
          <p:cNvSpPr/>
          <p:nvPr/>
        </p:nvSpPr>
        <p:spPr>
          <a:xfrm>
            <a:off x="609600" y="3413760"/>
            <a:ext cx="512064" cy="512064"/>
          </a:xfrm>
          <a:prstGeom prst="ellipse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8" name="Text 15"/>
          <p:cNvSpPr/>
          <p:nvPr/>
        </p:nvSpPr>
        <p:spPr>
          <a:xfrm>
            <a:off x="609600" y="3413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33"/>
          </a:p>
        </p:txBody>
      </p:sp>
      <p:sp>
        <p:nvSpPr>
          <p:cNvPr id="19" name="Shape 16"/>
          <p:cNvSpPr/>
          <p:nvPr/>
        </p:nvSpPr>
        <p:spPr>
          <a:xfrm>
            <a:off x="1280160" y="3413760"/>
            <a:ext cx="2438400" cy="512064"/>
          </a:xfrm>
          <a:prstGeom prst="rect">
            <a:avLst/>
          </a:prstGeom>
          <a:solidFill>
            <a:srgbClr val="EAF2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0" name="Text 17"/>
          <p:cNvSpPr/>
          <p:nvPr/>
        </p:nvSpPr>
        <p:spPr>
          <a:xfrm>
            <a:off x="1280160" y="341376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GameServer</a:t>
            </a:r>
            <a:endParaRPr lang="en-US" sz="1333"/>
          </a:p>
        </p:txBody>
      </p:sp>
      <p:sp>
        <p:nvSpPr>
          <p:cNvPr id="21" name="Text 18"/>
          <p:cNvSpPr/>
          <p:nvPr/>
        </p:nvSpPr>
        <p:spPr>
          <a:xfrm>
            <a:off x="3901440" y="3425952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recebe a Jogada, valida as regras e actualiza o GameState.</a:t>
            </a:r>
            <a:endParaRPr lang="en-US" sz="1467"/>
          </a:p>
        </p:txBody>
      </p:sp>
      <p:sp>
        <p:nvSpPr>
          <p:cNvPr id="22" name="Shape 19"/>
          <p:cNvSpPr/>
          <p:nvPr/>
        </p:nvSpPr>
        <p:spPr>
          <a:xfrm>
            <a:off x="865632" y="3925824"/>
            <a:ext cx="0" cy="268224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3" name="Shape 20"/>
          <p:cNvSpPr/>
          <p:nvPr/>
        </p:nvSpPr>
        <p:spPr>
          <a:xfrm>
            <a:off x="609600" y="4242816"/>
            <a:ext cx="512064" cy="512064"/>
          </a:xfrm>
          <a:prstGeom prst="ellipse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4" name="Text 21"/>
          <p:cNvSpPr/>
          <p:nvPr/>
        </p:nvSpPr>
        <p:spPr>
          <a:xfrm>
            <a:off x="609600" y="4242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33"/>
          </a:p>
        </p:txBody>
      </p:sp>
      <p:sp>
        <p:nvSpPr>
          <p:cNvPr id="25" name="Shape 22"/>
          <p:cNvSpPr/>
          <p:nvPr/>
        </p:nvSpPr>
        <p:spPr>
          <a:xfrm>
            <a:off x="1280160" y="4242816"/>
            <a:ext cx="2438400" cy="512064"/>
          </a:xfrm>
          <a:prstGeom prst="rect">
            <a:avLst/>
          </a:prstGeom>
          <a:solidFill>
            <a:srgbClr val="EAF2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6" name="Text 23"/>
          <p:cNvSpPr/>
          <p:nvPr/>
        </p:nvSpPr>
        <p:spPr>
          <a:xfrm>
            <a:off x="1280160" y="4242816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GameServer</a:t>
            </a:r>
            <a:endParaRPr lang="en-US" sz="1333"/>
          </a:p>
        </p:txBody>
      </p:sp>
      <p:sp>
        <p:nvSpPr>
          <p:cNvPr id="27" name="Text 24"/>
          <p:cNvSpPr/>
          <p:nvPr/>
        </p:nvSpPr>
        <p:spPr>
          <a:xfrm>
            <a:off x="3901440" y="4255008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Difunde o novo GameState a todos os GameClients ligados.</a:t>
            </a:r>
            <a:endParaRPr lang="en-US" sz="1467"/>
          </a:p>
        </p:txBody>
      </p:sp>
      <p:sp>
        <p:nvSpPr>
          <p:cNvPr id="28" name="Shape 25"/>
          <p:cNvSpPr/>
          <p:nvPr/>
        </p:nvSpPr>
        <p:spPr>
          <a:xfrm>
            <a:off x="865632" y="4754880"/>
            <a:ext cx="0" cy="268224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9" name="Shape 26"/>
          <p:cNvSpPr/>
          <p:nvPr/>
        </p:nvSpPr>
        <p:spPr>
          <a:xfrm>
            <a:off x="609600" y="5071872"/>
            <a:ext cx="512064" cy="512064"/>
          </a:xfrm>
          <a:prstGeom prst="ellipse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0" name="Text 27"/>
          <p:cNvSpPr/>
          <p:nvPr/>
        </p:nvSpPr>
        <p:spPr>
          <a:xfrm>
            <a:off x="609600" y="507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33"/>
          </a:p>
        </p:txBody>
      </p:sp>
      <p:sp>
        <p:nvSpPr>
          <p:cNvPr id="31" name="Shape 28"/>
          <p:cNvSpPr/>
          <p:nvPr/>
        </p:nvSpPr>
        <p:spPr>
          <a:xfrm>
            <a:off x="1280160" y="5071872"/>
            <a:ext cx="2438400" cy="512064"/>
          </a:xfrm>
          <a:prstGeom prst="rect">
            <a:avLst/>
          </a:prstGeom>
          <a:solidFill>
            <a:srgbClr val="EAF2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2" name="Text 29"/>
          <p:cNvSpPr/>
          <p:nvPr/>
        </p:nvSpPr>
        <p:spPr>
          <a:xfrm>
            <a:off x="1280160" y="5071872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GameClient (J1/J2)</a:t>
            </a:r>
            <a:endParaRPr lang="en-US" sz="1333"/>
          </a:p>
        </p:txBody>
      </p:sp>
      <p:sp>
        <p:nvSpPr>
          <p:cNvPr id="33" name="Text 30"/>
          <p:cNvSpPr/>
          <p:nvPr/>
        </p:nvSpPr>
        <p:spPr>
          <a:xfrm>
            <a:off x="3901440" y="5084064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GameClient notifica a GUI via NetworkListener.onStateUpdated().</a:t>
            </a:r>
            <a:endParaRPr lang="en-US" sz="1467"/>
          </a:p>
        </p:txBody>
      </p:sp>
      <p:sp>
        <p:nvSpPr>
          <p:cNvPr id="34" name="Shape 31"/>
          <p:cNvSpPr/>
          <p:nvPr/>
        </p:nvSpPr>
        <p:spPr>
          <a:xfrm>
            <a:off x="865632" y="5583936"/>
            <a:ext cx="0" cy="268224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5" name="Shape 32"/>
          <p:cNvSpPr/>
          <p:nvPr/>
        </p:nvSpPr>
        <p:spPr>
          <a:xfrm>
            <a:off x="609600" y="5900928"/>
            <a:ext cx="512064" cy="512064"/>
          </a:xfrm>
          <a:prstGeom prst="ellipse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6" name="Text 33"/>
          <p:cNvSpPr/>
          <p:nvPr/>
        </p:nvSpPr>
        <p:spPr>
          <a:xfrm>
            <a:off x="609600" y="5900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33"/>
          </a:p>
        </p:txBody>
      </p:sp>
      <p:sp>
        <p:nvSpPr>
          <p:cNvPr id="37" name="Shape 34"/>
          <p:cNvSpPr/>
          <p:nvPr/>
        </p:nvSpPr>
        <p:spPr>
          <a:xfrm>
            <a:off x="1280160" y="5900928"/>
            <a:ext cx="2438400" cy="512064"/>
          </a:xfrm>
          <a:prstGeom prst="rect">
            <a:avLst/>
          </a:prstGeom>
          <a:solidFill>
            <a:srgbClr val="EAF2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8" name="Text 35"/>
          <p:cNvSpPr/>
          <p:nvPr/>
        </p:nvSpPr>
        <p:spPr>
          <a:xfrm>
            <a:off x="1280160" y="5900928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(J1 e J2)</a:t>
            </a:r>
            <a:endParaRPr lang="en-US" sz="1333"/>
          </a:p>
        </p:txBody>
      </p:sp>
      <p:sp>
        <p:nvSpPr>
          <p:cNvPr id="39" name="Text 36"/>
          <p:cNvSpPr/>
          <p:nvPr/>
        </p:nvSpPr>
        <p:spPr>
          <a:xfrm>
            <a:off x="3901440" y="591312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as interfaces são redesenhadas com o novo estado do tabuleiro.</a:t>
            </a:r>
            <a:endParaRPr lang="en-US" sz="1467"/>
          </a:p>
        </p:txBody>
      </p:sp>
      <p:sp>
        <p:nvSpPr>
          <p:cNvPr id="41" name="Text 38"/>
          <p:cNvSpPr/>
          <p:nvPr/>
        </p:nvSpPr>
        <p:spPr>
          <a:xfrm>
            <a:off x="11338560" y="6522720"/>
            <a:ext cx="609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>
                <a:solidFill>
                  <a:srgbClr val="7F8C8D"/>
                </a:solidFill>
              </a:rPr>
              <a:t>9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334555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78E4B3-647F-44C0-7E7F-0CCE07DE5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41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Git e Processo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975B6D4-B0BB-2CAB-5A76-D611C883D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 vert="horz" lIns="91440" tIns="45720" rIns="91440" bIns="45720" rtlCol="0">
            <a:norm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defTabSz="914400">
              <a:spcAft>
                <a:spcPts val="600"/>
              </a:spcAft>
            </a:pPr>
            <a:r>
              <a:rPr lang="en-US" sz="2000">
                <a:solidFill>
                  <a:schemeClr val="bg1"/>
                </a:solidFill>
              </a:rPr>
              <a:t>Cada membro → 1 branch</a:t>
            </a:r>
          </a:p>
          <a:p>
            <a:pPr marL="228594" defTabSz="914400">
              <a:spcAft>
                <a:spcPts val="600"/>
              </a:spcAft>
            </a:pPr>
            <a:r>
              <a:rPr lang="en-US" sz="2000">
                <a:solidFill>
                  <a:schemeClr val="bg1"/>
                </a:solidFill>
              </a:rPr>
              <a:t>Commits individuais</a:t>
            </a:r>
          </a:p>
          <a:p>
            <a:pPr marL="228594" defTabSz="914400">
              <a:spcAft>
                <a:spcPts val="600"/>
              </a:spcAft>
            </a:pPr>
            <a:r>
              <a:rPr lang="en-US" sz="2000">
                <a:solidFill>
                  <a:schemeClr val="bg1"/>
                </a:solidFill>
              </a:rPr>
              <a:t>Merge final</a:t>
            </a:r>
          </a:p>
          <a:p>
            <a:pPr defTabSz="914400">
              <a:spcAft>
                <a:spcPts val="600"/>
              </a:spcAft>
            </a:pP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3" name="Marcador de Posição de Conteúdo 3" descr="Uma imagem com texto, captura de ecrã, número, Tipo de letra&#10;&#10;Os conteúdos gerados por IA poderão estar incorretos.">
            <a:extLst>
              <a:ext uri="{FF2B5EF4-FFF2-40B4-BE49-F238E27FC236}">
                <a16:creationId xmlns:a16="http://schemas.microsoft.com/office/drawing/2014/main" id="{6FC5C3C7-EE91-840E-6161-2923D081D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193" y="497183"/>
            <a:ext cx="3588640" cy="252999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9211DBE-62A7-0B2D-D464-CD6ADB2A4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61" y="3942768"/>
            <a:ext cx="3588640" cy="235953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68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600" y="0"/>
            <a:ext cx="5486400" cy="792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" name="Shape 1"/>
          <p:cNvSpPr/>
          <p:nvPr/>
        </p:nvSpPr>
        <p:spPr>
          <a:xfrm>
            <a:off x="6705600" y="853440"/>
            <a:ext cx="5486400" cy="792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" name="Shape 2"/>
          <p:cNvSpPr/>
          <p:nvPr/>
        </p:nvSpPr>
        <p:spPr>
          <a:xfrm>
            <a:off x="67056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" name="Shape 3"/>
          <p:cNvSpPr/>
          <p:nvPr/>
        </p:nvSpPr>
        <p:spPr>
          <a:xfrm>
            <a:off x="70104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" name="Shape 4"/>
          <p:cNvSpPr/>
          <p:nvPr/>
        </p:nvSpPr>
        <p:spPr>
          <a:xfrm>
            <a:off x="73152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7" name="Shape 5"/>
          <p:cNvSpPr/>
          <p:nvPr/>
        </p:nvSpPr>
        <p:spPr>
          <a:xfrm>
            <a:off x="76200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8" name="Shape 6"/>
          <p:cNvSpPr/>
          <p:nvPr/>
        </p:nvSpPr>
        <p:spPr>
          <a:xfrm>
            <a:off x="79248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9" name="Shape 7"/>
          <p:cNvSpPr/>
          <p:nvPr/>
        </p:nvSpPr>
        <p:spPr>
          <a:xfrm>
            <a:off x="82296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0" name="Shape 8"/>
          <p:cNvSpPr/>
          <p:nvPr/>
        </p:nvSpPr>
        <p:spPr>
          <a:xfrm>
            <a:off x="85344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1" name="Shape 9"/>
          <p:cNvSpPr/>
          <p:nvPr/>
        </p:nvSpPr>
        <p:spPr>
          <a:xfrm>
            <a:off x="88392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2" name="Shape 10"/>
          <p:cNvSpPr/>
          <p:nvPr/>
        </p:nvSpPr>
        <p:spPr>
          <a:xfrm>
            <a:off x="91440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3" name="Shape 11"/>
          <p:cNvSpPr/>
          <p:nvPr/>
        </p:nvSpPr>
        <p:spPr>
          <a:xfrm>
            <a:off x="94488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4" name="Shape 12"/>
          <p:cNvSpPr/>
          <p:nvPr/>
        </p:nvSpPr>
        <p:spPr>
          <a:xfrm>
            <a:off x="97536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5" name="Shape 13"/>
          <p:cNvSpPr/>
          <p:nvPr/>
        </p:nvSpPr>
        <p:spPr>
          <a:xfrm>
            <a:off x="100584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6" name="Shape 14"/>
          <p:cNvSpPr/>
          <p:nvPr/>
        </p:nvSpPr>
        <p:spPr>
          <a:xfrm>
            <a:off x="103632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7" name="Shape 15"/>
          <p:cNvSpPr/>
          <p:nvPr/>
        </p:nvSpPr>
        <p:spPr>
          <a:xfrm>
            <a:off x="106680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8" name="Shape 16"/>
          <p:cNvSpPr/>
          <p:nvPr/>
        </p:nvSpPr>
        <p:spPr>
          <a:xfrm>
            <a:off x="109728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19" name="Shape 17"/>
          <p:cNvSpPr/>
          <p:nvPr/>
        </p:nvSpPr>
        <p:spPr>
          <a:xfrm>
            <a:off x="112776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0" name="Shape 18"/>
          <p:cNvSpPr/>
          <p:nvPr/>
        </p:nvSpPr>
        <p:spPr>
          <a:xfrm>
            <a:off x="115824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1" name="Shape 19"/>
          <p:cNvSpPr/>
          <p:nvPr/>
        </p:nvSpPr>
        <p:spPr>
          <a:xfrm>
            <a:off x="11887200" y="97536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2" name="Shape 20"/>
          <p:cNvSpPr/>
          <p:nvPr/>
        </p:nvSpPr>
        <p:spPr>
          <a:xfrm>
            <a:off x="6705600" y="1706880"/>
            <a:ext cx="5486400" cy="792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3" name="Shape 21"/>
          <p:cNvSpPr/>
          <p:nvPr/>
        </p:nvSpPr>
        <p:spPr>
          <a:xfrm>
            <a:off x="6705600" y="2560320"/>
            <a:ext cx="5486400" cy="792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4" name="Shape 22"/>
          <p:cNvSpPr/>
          <p:nvPr/>
        </p:nvSpPr>
        <p:spPr>
          <a:xfrm>
            <a:off x="6705600" y="3413760"/>
            <a:ext cx="5486400" cy="792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5" name="Shape 23"/>
          <p:cNvSpPr/>
          <p:nvPr/>
        </p:nvSpPr>
        <p:spPr>
          <a:xfrm>
            <a:off x="67056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6" name="Shape 24"/>
          <p:cNvSpPr/>
          <p:nvPr/>
        </p:nvSpPr>
        <p:spPr>
          <a:xfrm>
            <a:off x="70104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7" name="Shape 25"/>
          <p:cNvSpPr/>
          <p:nvPr/>
        </p:nvSpPr>
        <p:spPr>
          <a:xfrm>
            <a:off x="73152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8" name="Shape 26"/>
          <p:cNvSpPr/>
          <p:nvPr/>
        </p:nvSpPr>
        <p:spPr>
          <a:xfrm>
            <a:off x="76200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29" name="Shape 27"/>
          <p:cNvSpPr/>
          <p:nvPr/>
        </p:nvSpPr>
        <p:spPr>
          <a:xfrm>
            <a:off x="79248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0" name="Shape 28"/>
          <p:cNvSpPr/>
          <p:nvPr/>
        </p:nvSpPr>
        <p:spPr>
          <a:xfrm>
            <a:off x="82296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1" name="Shape 29"/>
          <p:cNvSpPr/>
          <p:nvPr/>
        </p:nvSpPr>
        <p:spPr>
          <a:xfrm>
            <a:off x="85344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2" name="Shape 30"/>
          <p:cNvSpPr/>
          <p:nvPr/>
        </p:nvSpPr>
        <p:spPr>
          <a:xfrm>
            <a:off x="88392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3" name="Shape 31"/>
          <p:cNvSpPr/>
          <p:nvPr/>
        </p:nvSpPr>
        <p:spPr>
          <a:xfrm>
            <a:off x="91440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4" name="Shape 32"/>
          <p:cNvSpPr/>
          <p:nvPr/>
        </p:nvSpPr>
        <p:spPr>
          <a:xfrm>
            <a:off x="94488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5" name="Shape 33"/>
          <p:cNvSpPr/>
          <p:nvPr/>
        </p:nvSpPr>
        <p:spPr>
          <a:xfrm>
            <a:off x="97536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6" name="Shape 34"/>
          <p:cNvSpPr/>
          <p:nvPr/>
        </p:nvSpPr>
        <p:spPr>
          <a:xfrm>
            <a:off x="100584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7" name="Shape 35"/>
          <p:cNvSpPr/>
          <p:nvPr/>
        </p:nvSpPr>
        <p:spPr>
          <a:xfrm>
            <a:off x="103632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8" name="Shape 36"/>
          <p:cNvSpPr/>
          <p:nvPr/>
        </p:nvSpPr>
        <p:spPr>
          <a:xfrm>
            <a:off x="106680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39" name="Shape 37"/>
          <p:cNvSpPr/>
          <p:nvPr/>
        </p:nvSpPr>
        <p:spPr>
          <a:xfrm>
            <a:off x="109728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0" name="Shape 38"/>
          <p:cNvSpPr/>
          <p:nvPr/>
        </p:nvSpPr>
        <p:spPr>
          <a:xfrm>
            <a:off x="112776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1" name="Shape 39"/>
          <p:cNvSpPr/>
          <p:nvPr/>
        </p:nvSpPr>
        <p:spPr>
          <a:xfrm>
            <a:off x="115824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2" name="Shape 40"/>
          <p:cNvSpPr/>
          <p:nvPr/>
        </p:nvSpPr>
        <p:spPr>
          <a:xfrm>
            <a:off x="11887200" y="3535680"/>
            <a:ext cx="146304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3" name="Shape 41"/>
          <p:cNvSpPr/>
          <p:nvPr/>
        </p:nvSpPr>
        <p:spPr>
          <a:xfrm>
            <a:off x="6705600" y="4267200"/>
            <a:ext cx="5486400" cy="792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4" name="Shape 42"/>
          <p:cNvSpPr/>
          <p:nvPr/>
        </p:nvSpPr>
        <p:spPr>
          <a:xfrm>
            <a:off x="6705600" y="5120640"/>
            <a:ext cx="5486400" cy="792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5" name="Shape 43"/>
          <p:cNvSpPr/>
          <p:nvPr/>
        </p:nvSpPr>
        <p:spPr>
          <a:xfrm>
            <a:off x="6705600" y="5974080"/>
            <a:ext cx="5486400" cy="792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6" name="Shape 44"/>
          <p:cNvSpPr/>
          <p:nvPr/>
        </p:nvSpPr>
        <p:spPr>
          <a:xfrm>
            <a:off x="67056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7" name="Shape 45"/>
          <p:cNvSpPr/>
          <p:nvPr/>
        </p:nvSpPr>
        <p:spPr>
          <a:xfrm>
            <a:off x="70104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8" name="Shape 46"/>
          <p:cNvSpPr/>
          <p:nvPr/>
        </p:nvSpPr>
        <p:spPr>
          <a:xfrm>
            <a:off x="73152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49" name="Shape 47"/>
          <p:cNvSpPr/>
          <p:nvPr/>
        </p:nvSpPr>
        <p:spPr>
          <a:xfrm>
            <a:off x="76200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0" name="Shape 48"/>
          <p:cNvSpPr/>
          <p:nvPr/>
        </p:nvSpPr>
        <p:spPr>
          <a:xfrm>
            <a:off x="79248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1" name="Shape 49"/>
          <p:cNvSpPr/>
          <p:nvPr/>
        </p:nvSpPr>
        <p:spPr>
          <a:xfrm>
            <a:off x="82296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2" name="Shape 50"/>
          <p:cNvSpPr/>
          <p:nvPr/>
        </p:nvSpPr>
        <p:spPr>
          <a:xfrm>
            <a:off x="85344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3" name="Shape 51"/>
          <p:cNvSpPr/>
          <p:nvPr/>
        </p:nvSpPr>
        <p:spPr>
          <a:xfrm>
            <a:off x="88392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4" name="Shape 52"/>
          <p:cNvSpPr/>
          <p:nvPr/>
        </p:nvSpPr>
        <p:spPr>
          <a:xfrm>
            <a:off x="91440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5" name="Shape 53"/>
          <p:cNvSpPr/>
          <p:nvPr/>
        </p:nvSpPr>
        <p:spPr>
          <a:xfrm>
            <a:off x="94488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6" name="Shape 54"/>
          <p:cNvSpPr/>
          <p:nvPr/>
        </p:nvSpPr>
        <p:spPr>
          <a:xfrm>
            <a:off x="97536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7" name="Shape 55"/>
          <p:cNvSpPr/>
          <p:nvPr/>
        </p:nvSpPr>
        <p:spPr>
          <a:xfrm>
            <a:off x="100584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8" name="Shape 56"/>
          <p:cNvSpPr/>
          <p:nvPr/>
        </p:nvSpPr>
        <p:spPr>
          <a:xfrm>
            <a:off x="103632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59" name="Shape 57"/>
          <p:cNvSpPr/>
          <p:nvPr/>
        </p:nvSpPr>
        <p:spPr>
          <a:xfrm>
            <a:off x="106680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0" name="Shape 58"/>
          <p:cNvSpPr/>
          <p:nvPr/>
        </p:nvSpPr>
        <p:spPr>
          <a:xfrm>
            <a:off x="109728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1" name="Shape 59"/>
          <p:cNvSpPr/>
          <p:nvPr/>
        </p:nvSpPr>
        <p:spPr>
          <a:xfrm>
            <a:off x="112776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2" name="Shape 60"/>
          <p:cNvSpPr/>
          <p:nvPr/>
        </p:nvSpPr>
        <p:spPr>
          <a:xfrm>
            <a:off x="115824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3" name="Shape 61"/>
          <p:cNvSpPr/>
          <p:nvPr/>
        </p:nvSpPr>
        <p:spPr>
          <a:xfrm>
            <a:off x="11887200" y="6096000"/>
            <a:ext cx="146304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4" name="Text 62"/>
          <p:cNvSpPr/>
          <p:nvPr/>
        </p:nvSpPr>
        <p:spPr>
          <a:xfrm>
            <a:off x="609600" y="1341120"/>
            <a:ext cx="57302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4800"/>
          </a:p>
        </p:txBody>
      </p:sp>
      <p:sp>
        <p:nvSpPr>
          <p:cNvPr id="65" name="Shape 63"/>
          <p:cNvSpPr/>
          <p:nvPr/>
        </p:nvSpPr>
        <p:spPr>
          <a:xfrm>
            <a:off x="609600" y="2377440"/>
            <a:ext cx="73152" cy="609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6" name="Text 64"/>
          <p:cNvSpPr/>
          <p:nvPr/>
        </p:nvSpPr>
        <p:spPr>
          <a:xfrm>
            <a:off x="877824" y="2377440"/>
            <a:ext cx="548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pacotes com responsabilidades claramente separadas (SRP)</a:t>
            </a:r>
            <a:endParaRPr lang="en-US" sz="1733"/>
          </a:p>
        </p:txBody>
      </p:sp>
      <p:sp>
        <p:nvSpPr>
          <p:cNvPr id="67" name="Shape 65"/>
          <p:cNvSpPr/>
          <p:nvPr/>
        </p:nvSpPr>
        <p:spPr>
          <a:xfrm>
            <a:off x="609600" y="3328416"/>
            <a:ext cx="73152" cy="609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68" name="Text 66"/>
          <p:cNvSpPr/>
          <p:nvPr/>
        </p:nvSpPr>
        <p:spPr>
          <a:xfrm>
            <a:off x="877824" y="3328416"/>
            <a:ext cx="548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TCP/IP robusta com reconexão automática</a:t>
            </a:r>
            <a:endParaRPr lang="en-US" sz="1733"/>
          </a:p>
        </p:txBody>
      </p:sp>
      <p:sp>
        <p:nvSpPr>
          <p:cNvPr id="69" name="Shape 67"/>
          <p:cNvSpPr/>
          <p:nvPr/>
        </p:nvSpPr>
        <p:spPr>
          <a:xfrm>
            <a:off x="609600" y="4279392"/>
            <a:ext cx="73152" cy="609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70" name="Text 68"/>
          <p:cNvSpPr/>
          <p:nvPr/>
        </p:nvSpPr>
        <p:spPr>
          <a:xfrm>
            <a:off x="877824" y="4279392"/>
            <a:ext cx="548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serializável permite jogo em rede e persistência</a:t>
            </a:r>
            <a:endParaRPr lang="en-US" sz="1733"/>
          </a:p>
        </p:txBody>
      </p:sp>
      <p:sp>
        <p:nvSpPr>
          <p:cNvPr id="71" name="Shape 69"/>
          <p:cNvSpPr/>
          <p:nvPr/>
        </p:nvSpPr>
        <p:spPr>
          <a:xfrm>
            <a:off x="609600" y="5230368"/>
            <a:ext cx="73152" cy="609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/>
          </a:p>
        </p:txBody>
      </p:sp>
      <p:sp>
        <p:nvSpPr>
          <p:cNvPr id="72" name="Text 70"/>
          <p:cNvSpPr/>
          <p:nvPr/>
        </p:nvSpPr>
        <p:spPr>
          <a:xfrm>
            <a:off x="877824" y="5230368"/>
            <a:ext cx="548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extensível e testável de forma independente</a:t>
            </a:r>
            <a:endParaRPr lang="en-US" sz="1733"/>
          </a:p>
        </p:txBody>
      </p:sp>
      <p:pic>
        <p:nvPicPr>
          <p:cNvPr id="7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8064"/>
            <a:ext cx="12192000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19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1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Uma imagem com arte manual, Arte em papel, interior, Artes criativas&#10;&#10;Os conteúdos gerados por IA poderão estar incorretos.">
            <a:extLst>
              <a:ext uri="{FF2B5EF4-FFF2-40B4-BE49-F238E27FC236}">
                <a16:creationId xmlns:a16="http://schemas.microsoft.com/office/drawing/2014/main" id="{353C9FDA-4B24-E38D-2FFC-10D6D14665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7388" r="-1" b="16027"/>
          <a:stretch>
            <a:fillRect/>
          </a:stretch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765CD55-EA99-3F41-593D-CF1314E0C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1124712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  <a:latin typeface="Aptos"/>
              </a:rPr>
              <a:t>Preparem</a:t>
            </a:r>
            <a:r>
              <a:rPr lang="en-US" sz="3600" dirty="0">
                <a:solidFill>
                  <a:schemeClr val="bg1"/>
                </a:solidFill>
                <a:latin typeface="Aptos"/>
              </a:rPr>
              <a:t>-</a:t>
            </a:r>
            <a:r>
              <a:rPr lang="en-US" sz="3600" dirty="0" err="1">
                <a:solidFill>
                  <a:schemeClr val="bg1"/>
                </a:solidFill>
                <a:latin typeface="Aptos"/>
              </a:rPr>
              <a:t>se a</a:t>
            </a:r>
            <a:r>
              <a:rPr lang="en-US" sz="3600" dirty="0">
                <a:solidFill>
                  <a:schemeClr val="bg1"/>
                </a:solidFill>
                <a:latin typeface="Aptos"/>
              </a:rPr>
              <a:t> </a:t>
            </a:r>
            <a:r>
              <a:rPr lang="en-US" sz="3600" dirty="0" err="1">
                <a:solidFill>
                  <a:schemeClr val="bg1"/>
                </a:solidFill>
                <a:latin typeface="Aptos"/>
              </a:rPr>
              <a:t>batalha</a:t>
            </a:r>
            <a:r>
              <a:rPr lang="en-US" sz="3600" dirty="0">
                <a:solidFill>
                  <a:schemeClr val="bg1"/>
                </a:solidFill>
                <a:latin typeface="Aptos"/>
              </a:rPr>
              <a:t> </a:t>
            </a:r>
            <a:r>
              <a:rPr lang="en-US" sz="3600" dirty="0" err="1">
                <a:solidFill>
                  <a:schemeClr val="bg1"/>
                </a:solidFill>
                <a:latin typeface="Aptos"/>
              </a:rPr>
              <a:t>pelo</a:t>
            </a:r>
            <a:r>
              <a:rPr lang="en-US" sz="3600" dirty="0">
                <a:solidFill>
                  <a:schemeClr val="bg1"/>
                </a:solidFill>
                <a:latin typeface="Aptos"/>
              </a:rPr>
              <a:t> </a:t>
            </a:r>
            <a:r>
              <a:rPr lang="en-US" sz="3600" dirty="0" err="1">
                <a:solidFill>
                  <a:schemeClr val="bg1"/>
                </a:solidFill>
                <a:latin typeface="Aptos"/>
              </a:rPr>
              <a:t>putahi</a:t>
            </a:r>
            <a:r>
              <a:rPr lang="en-US" sz="3600" dirty="0">
                <a:solidFill>
                  <a:schemeClr val="bg1"/>
                </a:solidFill>
                <a:latin typeface="Aptos"/>
              </a:rPr>
              <a:t> </a:t>
            </a:r>
            <a:r>
              <a:rPr lang="en-US" sz="3600" dirty="0" err="1">
                <a:solidFill>
                  <a:schemeClr val="bg1"/>
                </a:solidFill>
                <a:latin typeface="Aptos"/>
              </a:rPr>
              <a:t>vai</a:t>
            </a:r>
            <a:r>
              <a:rPr lang="en-US" sz="3600" dirty="0">
                <a:solidFill>
                  <a:schemeClr val="bg1"/>
                </a:solidFill>
                <a:latin typeface="Aptos"/>
              </a:rPr>
              <a:t> </a:t>
            </a:r>
            <a:r>
              <a:rPr lang="en-US" sz="3600" dirty="0" err="1">
                <a:solidFill>
                  <a:schemeClr val="bg1"/>
                </a:solidFill>
                <a:latin typeface="Aptos"/>
              </a:rPr>
              <a:t>começar</a:t>
            </a:r>
            <a:r>
              <a:rPr lang="en-US" sz="3600" dirty="0">
                <a:solidFill>
                  <a:schemeClr val="bg1"/>
                </a:solidFill>
                <a:latin typeface="Aptos"/>
              </a:rPr>
              <a:t>!</a:t>
            </a:r>
          </a:p>
          <a:p>
            <a:pPr algn="ctr"/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73CE457-66C1-BDFF-17FC-9A1AE0F82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048" y="4599432"/>
            <a:ext cx="9144000" cy="122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275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21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21</vt:i4>
      </vt:variant>
    </vt:vector>
  </HeadingPairs>
  <TitlesOfParts>
    <vt:vector size="22" baseType="lpstr">
      <vt:lpstr>Tema do Office</vt:lpstr>
      <vt:lpstr>Jogo Mu Torere  </vt:lpstr>
      <vt:lpstr>O que é o MuTorere ?</vt:lpstr>
      <vt:lpstr>Origem e Historia</vt:lpstr>
      <vt:lpstr>Tabuleiro e Componentes</vt:lpstr>
      <vt:lpstr>Regras do Jogo</vt:lpstr>
      <vt:lpstr>Analise </vt:lpstr>
      <vt:lpstr>Requisitos não funcionais</vt:lpstr>
      <vt:lpstr>Requisitos Funcionais</vt:lpstr>
      <vt:lpstr>Fluxo do jogo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Git e Processo</vt:lpstr>
      <vt:lpstr>Apresentação do PowerPoint</vt:lpstr>
      <vt:lpstr>Preparem-se a batalha pelo putahi vai começar!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289</cp:revision>
  <dcterms:created xsi:type="dcterms:W3CDTF">2026-03-30T16:01:31Z</dcterms:created>
  <dcterms:modified xsi:type="dcterms:W3CDTF">2026-04-14T15:47:21Z</dcterms:modified>
</cp:coreProperties>
</file>