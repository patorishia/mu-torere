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BA42A6-0A8B-D773-226D-D43CF3286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8D5748-7F87-9404-2B58-A28CB7050B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GB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850D8F4-B59B-24F1-811B-6F7D8D3F3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D9027-1017-4150-A15D-25D5E807908B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211850E-9E11-17E3-56CC-51836FE09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F4C942B-09EF-CD6A-EC96-560C993C1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68A87-97E7-4EBE-9D9F-CDCAD41CE8D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9808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E4E9B8-D710-B5C5-EF15-8DBA60885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94D17AB-5C43-059A-E151-86DCAE751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A59301E-53C1-86F6-612F-9258E3134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D9027-1017-4150-A15D-25D5E807908B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E7EC5A2-E378-2C4B-2789-6E9DA47C4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CED754A-0420-532D-9E1D-86CB85CAA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68A87-97E7-4EBE-9D9F-CDCAD41CE8D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270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A6FA23-F7A7-824C-B38B-5C01FBE76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9D28899-5232-BF6C-4551-698AF75F7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79847BC5-2AD5-2728-4A84-CDDE16B8D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D9027-1017-4150-A15D-25D5E807908B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C94DDB7-3729-1C04-822D-ABBA7AEA5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26EAB80-2FEA-AA0B-4CE4-869726731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68A87-97E7-4EBE-9D9F-CDCAD41CE8D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5647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E578C-AF1B-165A-B5EF-DBE64E54F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DA8DC51-BF83-96F3-3981-C7CD09DA73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D668427E-271F-FD2D-DD14-EB28C195B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64E7A928-6738-0640-9D09-34F2E498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D9027-1017-4150-A15D-25D5E807908B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2C8A1673-70A1-6CCA-B396-23A383357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AB7D594D-6A99-C025-86A6-00E3BD788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68A87-97E7-4EBE-9D9F-CDCAD41CE8D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2967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5D1F62-F78A-C799-6287-16D5EC13B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94FAE51-56DE-F875-CAD0-27FC08A18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9599986E-7DF9-3DB3-CC8F-ED543ECEC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D4BE7AAA-2586-C4C6-CE87-C0D3285A80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F02B0059-2D1C-8506-3F59-B95D4E7131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D48D2CC1-026C-5C3E-00E3-DD8FB3458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D9027-1017-4150-A15D-25D5E807908B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DF3DB288-63B3-8D09-31DA-7DA79DF5B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171D34C8-0C63-7D1E-17AC-088102779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68A87-97E7-4EBE-9D9F-CDCAD41CE8D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1625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3061A-6D61-2632-119F-3BF788845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7F95A4ED-937D-29E4-77AC-73BB21026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D9027-1017-4150-A15D-25D5E807908B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70830C52-63FA-8B23-35B3-F99D10ABF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D2F212B9-D1E8-D556-D10A-07C5545B6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68A87-97E7-4EBE-9D9F-CDCAD41CE8D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8478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C32DA55B-7C33-9BB9-B342-A66BF106D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D9027-1017-4150-A15D-25D5E807908B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9EC2B199-58D7-147F-9AF1-A08AB3748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D28FFFC-9026-312B-35CB-73348A5AD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68A87-97E7-4EBE-9D9F-CDCAD41CE8D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2638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873F8C-05A6-4215-EA83-140F72307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EC103E5-DA7C-02E3-F48D-D04A9501D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0DE473E9-D34B-D55D-102C-77BD8D68F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8FF130C-3E38-1460-4B54-1A64AF000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D9027-1017-4150-A15D-25D5E807908B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06F4433B-C5AE-543C-D711-2BFCED661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AC471D02-510F-203E-9BA0-7AF8D80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68A87-97E7-4EBE-9D9F-CDCAD41CE8D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8382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2433C9-2B03-52E5-CA8E-65BB6FEAA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4F431593-3079-1A38-B7BE-F3D13A30F3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21965D54-EED0-089B-164E-A692AB9A12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B7F948C9-60EA-9E18-70B9-5EE236916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D9027-1017-4150-A15D-25D5E807908B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359BE2F3-61D7-EECD-00A1-09DFEF5EE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8346B89-2CE7-9732-B020-C90D10588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68A87-97E7-4EBE-9D9F-CDCAD41CE8D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3410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196F5C-CBED-C4CC-E016-514B230B6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7E47A47F-C8A6-CDF5-6EFE-9BB016E7AB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AF89229-033E-268D-49CD-BBAAAC77F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D9027-1017-4150-A15D-25D5E807908B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1CBB36D-00FA-FB89-8810-88A551643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D52D2D9-AACF-74B2-FBB8-FCA2A026C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68A87-97E7-4EBE-9D9F-CDCAD41CE8D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233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BE1636B-F0D4-10AD-1869-F98BC0710D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8A10B075-5C56-575F-3E34-71B0EEA613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F167B6D-C9A1-037F-7A94-4A6B08FF2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D9027-1017-4150-A15D-25D5E807908B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09EB215-BC69-786F-D25E-BB33FF8C3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C23A1B2-7282-EFE4-87AA-20AEE0E61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68A87-97E7-4EBE-9D9F-CDCAD41CE8D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6560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1E1E466A-9AF0-7709-1C43-D93EFECA9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3EEE9914-B13D-2E35-FDD9-6EDB3D68E1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A6335A04-7F04-E0EF-E3BE-DD21CB5B85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9D9027-1017-4150-A15D-25D5E807908B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0FD4263-B43A-D567-B819-DAF3E5A6EB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439A76B-9A4B-5C96-D12E-75F594FFF6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D68A87-97E7-4EBE-9D9F-CDCAD41CE8D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7256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17A985-23A1-B2FC-BF17-212AA97D98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DE7DD4-B281-D5A9-0D88-845AE4C5B9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54769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Ecrã Panorâmico</PresentationFormat>
  <Paragraphs>0</Paragraphs>
  <Slides>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André Freitas</dc:creator>
  <cp:lastModifiedBy>André Freitas</cp:lastModifiedBy>
  <cp:revision>1</cp:revision>
  <dcterms:created xsi:type="dcterms:W3CDTF">2026-04-13T20:51:48Z</dcterms:created>
  <dcterms:modified xsi:type="dcterms:W3CDTF">2026-04-13T20:52:31Z</dcterms:modified>
</cp:coreProperties>
</file>