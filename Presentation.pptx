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5089B0-313A-4B54-A58D-4788AC2BBEDB}" v="191" dt="2026-03-30T17:34:51.1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Faça clique para editar o estilo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31/03/2026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35360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31/03/2026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3056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31/03/2026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14626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31/03/2026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56420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31/03/2026</a:t>
            </a:fld>
            <a:endParaRPr lang="pt-PT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49149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31/03/2026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55507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31/03/2026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69934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31/03/2026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89164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31/03/2026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80662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31/03/2026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42510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31/03/2026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51718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31C0BB-DC71-4713-A787-95011EDB8CA8}" type="datetimeFigureOut">
              <a:rPr lang="pt-PT" smtClean="0"/>
              <a:t>31/03/2026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32066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43468" y="643467"/>
            <a:ext cx="4620584" cy="4567137"/>
          </a:xfrm>
        </p:spPr>
        <p:txBody>
          <a:bodyPr>
            <a:normAutofit/>
          </a:bodyPr>
          <a:lstStyle/>
          <a:p>
            <a:pPr algn="l"/>
            <a:r>
              <a:rPr lang="pt-PT" sz="4400" b="1">
                <a:ln w="22225">
                  <a:solidFill>
                    <a:schemeClr val="tx1"/>
                  </a:solidFill>
                  <a:miter lim="800000"/>
                </a:ln>
                <a:ea typeface="+mj-lt"/>
                <a:cs typeface="+mj-lt"/>
              </a:rPr>
              <a:t>Jogo Mu Torere</a:t>
            </a:r>
            <a:r>
              <a:rPr lang="pt-PT" sz="4400">
                <a:ln w="22225">
                  <a:solidFill>
                    <a:schemeClr val="tx1"/>
                  </a:solidFill>
                  <a:miter lim="800000"/>
                </a:ln>
                <a:ea typeface="+mj-lt"/>
                <a:cs typeface="+mj-lt"/>
              </a:rPr>
              <a:t>  </a:t>
            </a:r>
            <a:endParaRPr lang="pt-PT" sz="4400">
              <a:ln w="22225">
                <a:solidFill>
                  <a:schemeClr val="tx1"/>
                </a:solidFill>
                <a:miter lim="800000"/>
              </a:ln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43467" y="5277684"/>
            <a:ext cx="4620584" cy="775494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pt-PT" sz="2000">
                <a:latin typeface="Aptos Display"/>
              </a:rPr>
              <a:t>Análise e Estruturação</a:t>
            </a:r>
          </a:p>
          <a:p>
            <a:pPr algn="l"/>
            <a:r>
              <a:rPr lang="pt-PT" sz="2000">
                <a:latin typeface="Aptos Display"/>
              </a:rPr>
              <a:t>Ldp-Patrícia Pereira,22304</a:t>
            </a:r>
          </a:p>
        </p:txBody>
      </p:sp>
      <p:pic>
        <p:nvPicPr>
          <p:cNvPr id="4" name="Imagem 3" descr="Vetores e ilustrações de Maori Pattern para download gratuito | Freepik">
            <a:extLst>
              <a:ext uri="{FF2B5EF4-FFF2-40B4-BE49-F238E27FC236}">
                <a16:creationId xmlns:a16="http://schemas.microsoft.com/office/drawing/2014/main" id="{40E73B66-3B64-40DA-7E49-416ED078AF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27" r="6527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988977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348BE28-8088-F3D9-DBE3-1FD644D49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715" y="467271"/>
            <a:ext cx="4195674" cy="2052522"/>
          </a:xfrm>
        </p:spPr>
        <p:txBody>
          <a:bodyPr anchor="b">
            <a:normAutofit/>
          </a:bodyPr>
          <a:lstStyle/>
          <a:p>
            <a:r>
              <a:rPr lang="pt-PT" sz="5600"/>
              <a:t>O que é o MuTorere ?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 descr="El Rincon de Xaugar: Mu Torere">
            <a:extLst>
              <a:ext uri="{FF2B5EF4-FFF2-40B4-BE49-F238E27FC236}">
                <a16:creationId xmlns:a16="http://schemas.microsoft.com/office/drawing/2014/main" id="{87668D37-516A-D870-3570-3288841564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" b="7"/>
          <a:stretch>
            <a:fillRect/>
          </a:stretch>
        </p:blipFill>
        <p:spPr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28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B81397D-E5F5-FC1D-AC80-F2A190DA1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7715" y="2990818"/>
            <a:ext cx="4195673" cy="2913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PT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Jogo tradicional Māori</a:t>
            </a:r>
            <a:endParaRPr lang="pt-PT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pt-PT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Tabuleiro com 9 posições</a:t>
            </a:r>
            <a:endParaRPr lang="pt-PT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pt-PT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2 jogadores, 4 peças cada</a:t>
            </a:r>
            <a:endParaRPr lang="pt-PT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pt-PT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Objetivo: bloquear o adversário</a:t>
            </a:r>
            <a:endParaRPr lang="pt-PT" sz="2000">
              <a:solidFill>
                <a:schemeClr val="tx1">
                  <a:alpha val="80000"/>
                </a:schemeClr>
              </a:solidFill>
            </a:endParaRPr>
          </a:p>
          <a:p>
            <a:endParaRPr lang="pt-PT" sz="200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32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34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4192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 descr="New Zealand Maori Women Girls Wearing Traditional Dress Performing Kapa ...">
            <a:extLst>
              <a:ext uri="{FF2B5EF4-FFF2-40B4-BE49-F238E27FC236}">
                <a16:creationId xmlns:a16="http://schemas.microsoft.com/office/drawing/2014/main" id="{B04BD073-28D2-1073-E88B-17F69A8EB7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845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A238EF4-8427-4575-125B-FD95945E2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pt-PT" sz="4000"/>
              <a:t>Origem e Historia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6FDED43-B01A-ABFF-108F-4704CEB12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pt-PT" sz="2000">
                <a:ea typeface="+mn-lt"/>
                <a:cs typeface="+mn-lt"/>
              </a:rPr>
              <a:t>Jogo ancestral da Nova Zelândia</a:t>
            </a:r>
            <a:endParaRPr lang="pt-PT" sz="2000"/>
          </a:p>
          <a:p>
            <a:r>
              <a:rPr lang="pt-PT" sz="2000">
                <a:ea typeface="+mn-lt"/>
                <a:cs typeface="+mn-lt"/>
              </a:rPr>
              <a:t>Praticado antes da colonização</a:t>
            </a:r>
            <a:endParaRPr lang="pt-PT" sz="2000"/>
          </a:p>
          <a:p>
            <a:r>
              <a:rPr lang="pt-PT" sz="2000">
                <a:ea typeface="+mn-lt"/>
                <a:cs typeface="+mn-lt"/>
              </a:rPr>
              <a:t>Valor cultural importante</a:t>
            </a:r>
            <a:endParaRPr lang="pt-PT" sz="2000"/>
          </a:p>
          <a:p>
            <a:r>
              <a:rPr lang="pt-PT" sz="2000">
                <a:ea typeface="+mn-lt"/>
                <a:cs typeface="+mn-lt"/>
              </a:rPr>
              <a:t>Lenda: desafio ao governador Grey</a:t>
            </a:r>
            <a:endParaRPr lang="pt-PT" sz="2000"/>
          </a:p>
          <a:p>
            <a:endParaRPr lang="pt-PT" sz="2000"/>
          </a:p>
        </p:txBody>
      </p:sp>
    </p:spTree>
    <p:extLst>
      <p:ext uri="{BB962C8B-B14F-4D97-AF65-F5344CB8AC3E}">
        <p14:creationId xmlns:p14="http://schemas.microsoft.com/office/powerpoint/2010/main" val="3243105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FB8728-548D-DF62-72EF-974DC001E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3" y="490537"/>
            <a:ext cx="5291663" cy="1628775"/>
          </a:xfrm>
        </p:spPr>
        <p:txBody>
          <a:bodyPr anchor="b">
            <a:normAutofit/>
          </a:bodyPr>
          <a:lstStyle/>
          <a:p>
            <a:r>
              <a:rPr lang="pt-PT" sz="4000"/>
              <a:t>Tabuleiro e Componentes</a:t>
            </a:r>
          </a:p>
        </p:txBody>
      </p:sp>
      <p:pic>
        <p:nvPicPr>
          <p:cNvPr id="4" name="Imagem 3" descr="Mu Torere - Apps on Google Play">
            <a:extLst>
              <a:ext uri="{FF2B5EF4-FFF2-40B4-BE49-F238E27FC236}">
                <a16:creationId xmlns:a16="http://schemas.microsoft.com/office/drawing/2014/main" id="{822FA728-6776-1C55-7F81-C171F041EB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08" r="360"/>
          <a:stretch>
            <a:fillRect/>
          </a:stretch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14D7B33-6EFD-44D5-CC2C-3D3D498E5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7734" y="2614612"/>
            <a:ext cx="5291663" cy="375284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pt-PT" sz="1800">
                <a:ea typeface="+mn-lt"/>
                <a:cs typeface="+mn-lt"/>
              </a:rPr>
              <a:t>8 posições periféricas (kewai)</a:t>
            </a:r>
            <a:endParaRPr lang="pt-PT" sz="1800"/>
          </a:p>
          <a:p>
            <a:r>
              <a:rPr lang="pt-PT" sz="1800">
                <a:ea typeface="+mn-lt"/>
                <a:cs typeface="+mn-lt"/>
              </a:rPr>
              <a:t>1 posição central (putahi)</a:t>
            </a:r>
            <a:endParaRPr lang="pt-PT" sz="1800"/>
          </a:p>
          <a:p>
            <a:r>
              <a:rPr lang="pt-PT" sz="1800">
                <a:ea typeface="+mn-lt"/>
                <a:cs typeface="+mn-lt"/>
              </a:rPr>
              <a:t>Peças claras e escuras</a:t>
            </a:r>
            <a:endParaRPr lang="pt-PT" sz="1800"/>
          </a:p>
          <a:p>
            <a:endParaRPr lang="pt-PT" sz="1800"/>
          </a:p>
        </p:txBody>
      </p:sp>
    </p:spTree>
    <p:extLst>
      <p:ext uri="{BB962C8B-B14F-4D97-AF65-F5344CB8AC3E}">
        <p14:creationId xmlns:p14="http://schemas.microsoft.com/office/powerpoint/2010/main" val="2460074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64C05E0-A431-356F-74C2-F98CA314D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pt-PT"/>
              <a:t>Regras do Jogo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46C541C-82DD-B978-DE0E-A1A39B737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pt-PT" sz="2000">
                <a:ea typeface="+mn-lt"/>
                <a:cs typeface="+mn-lt"/>
              </a:rPr>
              <a:t>Mover para posição adjacente vazia</a:t>
            </a:r>
            <a:endParaRPr lang="pt-PT" sz="2000"/>
          </a:p>
          <a:p>
            <a:r>
              <a:rPr lang="pt-PT" sz="2000">
                <a:ea typeface="+mn-lt"/>
                <a:cs typeface="+mn-lt"/>
              </a:rPr>
              <a:t>Centro só se tocar peça adversária</a:t>
            </a:r>
            <a:endParaRPr lang="pt-PT" sz="2000"/>
          </a:p>
          <a:p>
            <a:r>
              <a:rPr lang="pt-PT" sz="2000">
                <a:ea typeface="+mn-lt"/>
                <a:cs typeface="+mn-lt"/>
              </a:rPr>
              <a:t>Não pode saltar peças</a:t>
            </a:r>
            <a:endParaRPr lang="pt-PT" sz="2000"/>
          </a:p>
          <a:p>
            <a:r>
              <a:rPr lang="pt-PT" sz="2000">
                <a:ea typeface="+mn-lt"/>
                <a:cs typeface="+mn-lt"/>
              </a:rPr>
              <a:t>Turnos alternados</a:t>
            </a:r>
            <a:endParaRPr lang="pt-PT" sz="2000"/>
          </a:p>
          <a:p>
            <a:r>
              <a:rPr lang="pt-PT" sz="2000">
                <a:ea typeface="+mn-lt"/>
                <a:cs typeface="+mn-lt"/>
              </a:rPr>
              <a:t>Vitória: adversário sem movimentos</a:t>
            </a:r>
            <a:endParaRPr lang="pt-PT" sz="2000"/>
          </a:p>
        </p:txBody>
      </p:sp>
      <p:pic>
        <p:nvPicPr>
          <p:cNvPr id="4" name="Video Project 5">
            <a:hlinkClick r:id="" action="ppaction://media"/>
            <a:extLst>
              <a:ext uri="{FF2B5EF4-FFF2-40B4-BE49-F238E27FC236}">
                <a16:creationId xmlns:a16="http://schemas.microsoft.com/office/drawing/2014/main" id="{19FF65DB-F953-C05E-0CDE-C84E9DE5800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719367" y="2716105"/>
            <a:ext cx="4788505" cy="2693533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970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8B119F-8C01-0D6A-662A-1E47DF164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Analise Funcional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A3F9263-ED9F-FB15-BF1C-7AE966388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PT">
                <a:ea typeface="+mn-lt"/>
                <a:cs typeface="+mn-lt"/>
              </a:rPr>
              <a:t>Objetos: Jogo, Jogador, Peça, Tabuleiro</a:t>
            </a:r>
            <a:endParaRPr lang="pt-PT"/>
          </a:p>
          <a:p>
            <a:r>
              <a:rPr lang="pt-PT">
                <a:ea typeface="+mn-lt"/>
                <a:cs typeface="+mn-lt"/>
              </a:rPr>
              <a:t>Ações: mover, validar, alternar turno</a:t>
            </a:r>
            <a:endParaRPr lang="pt-PT"/>
          </a:p>
          <a:p>
            <a:r>
              <a:rPr lang="pt-PT">
                <a:ea typeface="+mn-lt"/>
                <a:cs typeface="+mn-lt"/>
              </a:rPr>
              <a:t>Requisitos funcionais</a:t>
            </a:r>
            <a:endParaRPr lang="pt-PT"/>
          </a:p>
          <a:p>
            <a:r>
              <a:rPr lang="pt-PT">
                <a:ea typeface="+mn-lt"/>
                <a:cs typeface="+mn-lt"/>
              </a:rPr>
              <a:t>Requisitos não funcionais</a:t>
            </a:r>
            <a:endParaRPr lang="pt-PT"/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606456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78E4B3-647F-44C0-7E7F-0CCE07DE5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Git e Processo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95610F9-8465-9534-A406-3B26D5132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54456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65CD55-EA99-3F41-593D-CF1314E0C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Conclusão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73CE457-66C1-BDFF-17FC-9A1AE0F82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327275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Ecrã Panorâmico</PresentationFormat>
  <Paragraphs>0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8</vt:i4>
      </vt:variant>
    </vt:vector>
  </HeadingPairs>
  <TitlesOfParts>
    <vt:vector size="9" baseType="lpstr">
      <vt:lpstr>Tema do Office</vt:lpstr>
      <vt:lpstr>Jogo Mu Torere  </vt:lpstr>
      <vt:lpstr>O que é o MuTorere ?</vt:lpstr>
      <vt:lpstr>Origem e Historia</vt:lpstr>
      <vt:lpstr>Tabuleiro e Componentes</vt:lpstr>
      <vt:lpstr>Regras do Jogo</vt:lpstr>
      <vt:lpstr>Analise Funcional</vt:lpstr>
      <vt:lpstr>Git e Processo</vt:lpstr>
      <vt:lpstr>Conclusão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78</cp:revision>
  <dcterms:created xsi:type="dcterms:W3CDTF">2026-03-30T16:01:31Z</dcterms:created>
  <dcterms:modified xsi:type="dcterms:W3CDTF">2026-03-31T13:04:21Z</dcterms:modified>
</cp:coreProperties>
</file>