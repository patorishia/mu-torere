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4" r:id="rId9"/>
    <p:sldId id="266" r:id="rId10"/>
    <p:sldId id="262" r:id="rId11"/>
    <p:sldId id="263" r:id="rId1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5E7134-F13C-4D47-A0A6-C4A2F9D4E111}" v="2" dt="2026-03-31T14:53:45.231"/>
    <p1510:client id="{466DAF23-4E08-4217-8067-2F0867A7AE3F}" v="292" dt="2026-03-31T14:50:31.667"/>
    <p1510:client id="{4A299DDC-4ADF-43AA-A208-451AC9402F1E}" v="23" dt="2026-03-31T15:19:15.547"/>
    <p1510:client id="{E45089B0-313A-4B54-A58D-4788AC2BBEDB}" v="191" dt="2026-03-30T17:34:51.1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C2FFA5D-87B4-456A-9821-1D502468CF0F}" styleName="Estilo com Tema 1 - Destaqu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Estilo Claro 1 - Destaqu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C245B9-2609-46AA-ABA8-04636DC630F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3F4F4DD-1DFB-42CA-BAE1-FC8F114573C4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Objetos: Jogo, Jogador, Peça, Tabuleiro</a:t>
          </a:r>
          <a:endParaRPr lang="en-US"/>
        </a:p>
      </dgm:t>
    </dgm:pt>
    <dgm:pt modelId="{1932A101-D47A-4DED-A43E-7240DCEB13A4}" type="parTrans" cxnId="{169CFEA6-1FDE-44DB-A432-472DE02D09B2}">
      <dgm:prSet/>
      <dgm:spPr/>
      <dgm:t>
        <a:bodyPr/>
        <a:lstStyle/>
        <a:p>
          <a:endParaRPr lang="en-US"/>
        </a:p>
      </dgm:t>
    </dgm:pt>
    <dgm:pt modelId="{68DF6CFF-6E70-4104-81FE-A6459D3A53A9}" type="sibTrans" cxnId="{169CFEA6-1FDE-44DB-A432-472DE02D09B2}">
      <dgm:prSet/>
      <dgm:spPr/>
      <dgm:t>
        <a:bodyPr/>
        <a:lstStyle/>
        <a:p>
          <a:endParaRPr lang="en-US"/>
        </a:p>
      </dgm:t>
    </dgm:pt>
    <dgm:pt modelId="{76E6CBAB-AB2F-4B5B-BFE4-55DD2E034B1F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Ações: mover, validar, alternar turno</a:t>
          </a:r>
          <a:endParaRPr lang="en-US"/>
        </a:p>
      </dgm:t>
    </dgm:pt>
    <dgm:pt modelId="{157FC279-932A-43BC-B496-4EA349823F8D}" type="parTrans" cxnId="{3287D95B-9FAB-4FAE-8EFB-94C2831FD3C9}">
      <dgm:prSet/>
      <dgm:spPr/>
      <dgm:t>
        <a:bodyPr/>
        <a:lstStyle/>
        <a:p>
          <a:endParaRPr lang="en-US"/>
        </a:p>
      </dgm:t>
    </dgm:pt>
    <dgm:pt modelId="{6F985FF3-948E-4012-AFA7-5CC712F4D2EF}" type="sibTrans" cxnId="{3287D95B-9FAB-4FAE-8EFB-94C2831FD3C9}">
      <dgm:prSet/>
      <dgm:spPr/>
      <dgm:t>
        <a:bodyPr/>
        <a:lstStyle/>
        <a:p>
          <a:endParaRPr lang="en-US"/>
        </a:p>
      </dgm:t>
    </dgm:pt>
    <dgm:pt modelId="{3B3FAD5D-7FBA-498E-8451-76EA7931BA64}" type="pres">
      <dgm:prSet presAssocID="{C5C245B9-2609-46AA-ABA8-04636DC630F7}" presName="root" presStyleCnt="0">
        <dgm:presLayoutVars>
          <dgm:dir/>
          <dgm:resizeHandles val="exact"/>
        </dgm:presLayoutVars>
      </dgm:prSet>
      <dgm:spPr/>
    </dgm:pt>
    <dgm:pt modelId="{9F5276D2-082C-463B-A07A-58F242ED183A}" type="pres">
      <dgm:prSet presAssocID="{A3F4F4DD-1DFB-42CA-BAE1-FC8F114573C4}" presName="compNode" presStyleCnt="0"/>
      <dgm:spPr/>
    </dgm:pt>
    <dgm:pt modelId="{F0EE8DE8-8A93-4B21-B63D-904934D2633F}" type="pres">
      <dgm:prSet presAssocID="{A3F4F4DD-1DFB-42CA-BAE1-FC8F114573C4}" presName="bgRect" presStyleLbl="bgShp" presStyleIdx="0" presStyleCnt="2"/>
      <dgm:spPr/>
    </dgm:pt>
    <dgm:pt modelId="{7CEDB0E0-60FD-491F-950B-AC6A3463F247}" type="pres">
      <dgm:prSet presAssocID="{A3F4F4DD-1DFB-42CA-BAE1-FC8F114573C4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fe de Cozinha"/>
        </a:ext>
      </dgm:extLst>
    </dgm:pt>
    <dgm:pt modelId="{A5EB6B44-C870-410A-B895-B4633CB24E66}" type="pres">
      <dgm:prSet presAssocID="{A3F4F4DD-1DFB-42CA-BAE1-FC8F114573C4}" presName="spaceRect" presStyleCnt="0"/>
      <dgm:spPr/>
    </dgm:pt>
    <dgm:pt modelId="{0784118D-3BA6-4484-B427-BD80BE32CCAC}" type="pres">
      <dgm:prSet presAssocID="{A3F4F4DD-1DFB-42CA-BAE1-FC8F114573C4}" presName="parTx" presStyleLbl="revTx" presStyleIdx="0" presStyleCnt="2">
        <dgm:presLayoutVars>
          <dgm:chMax val="0"/>
          <dgm:chPref val="0"/>
        </dgm:presLayoutVars>
      </dgm:prSet>
      <dgm:spPr/>
    </dgm:pt>
    <dgm:pt modelId="{FD7C090C-A43F-415F-A9FF-BCD948F94592}" type="pres">
      <dgm:prSet presAssocID="{68DF6CFF-6E70-4104-81FE-A6459D3A53A9}" presName="sibTrans" presStyleCnt="0"/>
      <dgm:spPr/>
    </dgm:pt>
    <dgm:pt modelId="{57EA3D9F-116F-4932-BDC3-4F793BFB73A7}" type="pres">
      <dgm:prSet presAssocID="{76E6CBAB-AB2F-4B5B-BFE4-55DD2E034B1F}" presName="compNode" presStyleCnt="0"/>
      <dgm:spPr/>
    </dgm:pt>
    <dgm:pt modelId="{2C0466D8-2C81-40A6-B91A-D80CD70C1FBE}" type="pres">
      <dgm:prSet presAssocID="{76E6CBAB-AB2F-4B5B-BFE4-55DD2E034B1F}" presName="bgRect" presStyleLbl="bgShp" presStyleIdx="1" presStyleCnt="2"/>
      <dgm:spPr/>
    </dgm:pt>
    <dgm:pt modelId="{E02C2B11-3837-47E2-AEA8-EC2AA0C4F359}" type="pres">
      <dgm:prSet presAssocID="{76E6CBAB-AB2F-4B5B-BFE4-55DD2E034B1F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rsor"/>
        </a:ext>
      </dgm:extLst>
    </dgm:pt>
    <dgm:pt modelId="{C7ABC8F2-F5EC-475A-AA34-F90C086216F2}" type="pres">
      <dgm:prSet presAssocID="{76E6CBAB-AB2F-4B5B-BFE4-55DD2E034B1F}" presName="spaceRect" presStyleCnt="0"/>
      <dgm:spPr/>
    </dgm:pt>
    <dgm:pt modelId="{96EE29D2-E72D-425A-A0BA-57F8E2212124}" type="pres">
      <dgm:prSet presAssocID="{76E6CBAB-AB2F-4B5B-BFE4-55DD2E034B1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3287D95B-9FAB-4FAE-8EFB-94C2831FD3C9}" srcId="{C5C245B9-2609-46AA-ABA8-04636DC630F7}" destId="{76E6CBAB-AB2F-4B5B-BFE4-55DD2E034B1F}" srcOrd="1" destOrd="0" parTransId="{157FC279-932A-43BC-B496-4EA349823F8D}" sibTransId="{6F985FF3-948E-4012-AFA7-5CC712F4D2EF}"/>
    <dgm:cxn modelId="{C4664348-A276-4708-9906-512FAEEED8BE}" type="presOf" srcId="{A3F4F4DD-1DFB-42CA-BAE1-FC8F114573C4}" destId="{0784118D-3BA6-4484-B427-BD80BE32CCAC}" srcOrd="0" destOrd="0" presId="urn:microsoft.com/office/officeart/2018/2/layout/IconVerticalSolidList"/>
    <dgm:cxn modelId="{169CFEA6-1FDE-44DB-A432-472DE02D09B2}" srcId="{C5C245B9-2609-46AA-ABA8-04636DC630F7}" destId="{A3F4F4DD-1DFB-42CA-BAE1-FC8F114573C4}" srcOrd="0" destOrd="0" parTransId="{1932A101-D47A-4DED-A43E-7240DCEB13A4}" sibTransId="{68DF6CFF-6E70-4104-81FE-A6459D3A53A9}"/>
    <dgm:cxn modelId="{4F6BEDB7-1C3F-4787-BBAE-F0C4E5C3D0FC}" type="presOf" srcId="{C5C245B9-2609-46AA-ABA8-04636DC630F7}" destId="{3B3FAD5D-7FBA-498E-8451-76EA7931BA64}" srcOrd="0" destOrd="0" presId="urn:microsoft.com/office/officeart/2018/2/layout/IconVerticalSolidList"/>
    <dgm:cxn modelId="{621893F1-4D6D-4C0E-B038-538966EE162B}" type="presOf" srcId="{76E6CBAB-AB2F-4B5B-BFE4-55DD2E034B1F}" destId="{96EE29D2-E72D-425A-A0BA-57F8E2212124}" srcOrd="0" destOrd="0" presId="urn:microsoft.com/office/officeart/2018/2/layout/IconVerticalSolidList"/>
    <dgm:cxn modelId="{3B026CA6-72B0-4135-8FCD-FF87B0A10047}" type="presParOf" srcId="{3B3FAD5D-7FBA-498E-8451-76EA7931BA64}" destId="{9F5276D2-082C-463B-A07A-58F242ED183A}" srcOrd="0" destOrd="0" presId="urn:microsoft.com/office/officeart/2018/2/layout/IconVerticalSolidList"/>
    <dgm:cxn modelId="{5463DE30-311E-4ECB-A817-BA1CA5BCFFDC}" type="presParOf" srcId="{9F5276D2-082C-463B-A07A-58F242ED183A}" destId="{F0EE8DE8-8A93-4B21-B63D-904934D2633F}" srcOrd="0" destOrd="0" presId="urn:microsoft.com/office/officeart/2018/2/layout/IconVerticalSolidList"/>
    <dgm:cxn modelId="{0D9E4DE1-A336-4D58-9D69-A1A758BEA187}" type="presParOf" srcId="{9F5276D2-082C-463B-A07A-58F242ED183A}" destId="{7CEDB0E0-60FD-491F-950B-AC6A3463F247}" srcOrd="1" destOrd="0" presId="urn:microsoft.com/office/officeart/2018/2/layout/IconVerticalSolidList"/>
    <dgm:cxn modelId="{04593B6E-BE27-42FF-B25F-3F1D28BFDFF8}" type="presParOf" srcId="{9F5276D2-082C-463B-A07A-58F242ED183A}" destId="{A5EB6B44-C870-410A-B895-B4633CB24E66}" srcOrd="2" destOrd="0" presId="urn:microsoft.com/office/officeart/2018/2/layout/IconVerticalSolidList"/>
    <dgm:cxn modelId="{BBAC5244-2C0C-43A6-9077-520B89E5129F}" type="presParOf" srcId="{9F5276D2-082C-463B-A07A-58F242ED183A}" destId="{0784118D-3BA6-4484-B427-BD80BE32CCAC}" srcOrd="3" destOrd="0" presId="urn:microsoft.com/office/officeart/2018/2/layout/IconVerticalSolidList"/>
    <dgm:cxn modelId="{BE028733-BCD0-43C1-AA71-9C12FF90D68B}" type="presParOf" srcId="{3B3FAD5D-7FBA-498E-8451-76EA7931BA64}" destId="{FD7C090C-A43F-415F-A9FF-BCD948F94592}" srcOrd="1" destOrd="0" presId="urn:microsoft.com/office/officeart/2018/2/layout/IconVerticalSolidList"/>
    <dgm:cxn modelId="{D1A4687B-4B06-4F33-ACD7-59C29F0ECE8F}" type="presParOf" srcId="{3B3FAD5D-7FBA-498E-8451-76EA7931BA64}" destId="{57EA3D9F-116F-4932-BDC3-4F793BFB73A7}" srcOrd="2" destOrd="0" presId="urn:microsoft.com/office/officeart/2018/2/layout/IconVerticalSolidList"/>
    <dgm:cxn modelId="{15E96278-4D28-4B6A-A29F-AFBDD3F9D5EC}" type="presParOf" srcId="{57EA3D9F-116F-4932-BDC3-4F793BFB73A7}" destId="{2C0466D8-2C81-40A6-B91A-D80CD70C1FBE}" srcOrd="0" destOrd="0" presId="urn:microsoft.com/office/officeart/2018/2/layout/IconVerticalSolidList"/>
    <dgm:cxn modelId="{9E92857C-8CCB-4E04-AA80-01BA9285ED79}" type="presParOf" srcId="{57EA3D9F-116F-4932-BDC3-4F793BFB73A7}" destId="{E02C2B11-3837-47E2-AEA8-EC2AA0C4F359}" srcOrd="1" destOrd="0" presId="urn:microsoft.com/office/officeart/2018/2/layout/IconVerticalSolidList"/>
    <dgm:cxn modelId="{0A86F1E7-DA13-4B17-916C-BC417D337BCA}" type="presParOf" srcId="{57EA3D9F-116F-4932-BDC3-4F793BFB73A7}" destId="{C7ABC8F2-F5EC-475A-AA34-F90C086216F2}" srcOrd="2" destOrd="0" presId="urn:microsoft.com/office/officeart/2018/2/layout/IconVerticalSolidList"/>
    <dgm:cxn modelId="{2002B1F4-17E0-4B38-820D-C40AFA760B93}" type="presParOf" srcId="{57EA3D9F-116F-4932-BDC3-4F793BFB73A7}" destId="{96EE29D2-E72D-425A-A0BA-57F8E221212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E37C0F-C543-43A7-BC28-A9840A23E6E5}" type="doc">
      <dgm:prSet loTypeId="urn:microsoft.com/office/officeart/2005/8/layout/default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D682D74-C5AB-4547-857E-DE1886EB1312}">
      <dgm:prSet/>
      <dgm:spPr/>
      <dgm:t>
        <a:bodyPr/>
        <a:lstStyle/>
        <a:p>
          <a:r>
            <a:rPr lang="pt-PT"/>
            <a:t>Java + JavaFX </a:t>
          </a:r>
          <a:endParaRPr lang="en-US"/>
        </a:p>
      </dgm:t>
    </dgm:pt>
    <dgm:pt modelId="{F88D1F74-ABF2-42D1-90C2-91CE45455B40}" type="parTrans" cxnId="{64F4037B-51F0-4683-B316-D23813EE9F17}">
      <dgm:prSet/>
      <dgm:spPr/>
      <dgm:t>
        <a:bodyPr/>
        <a:lstStyle/>
        <a:p>
          <a:endParaRPr lang="en-US"/>
        </a:p>
      </dgm:t>
    </dgm:pt>
    <dgm:pt modelId="{21BEE1C3-EAAF-4628-8F4B-80B3378069D9}" type="sibTrans" cxnId="{64F4037B-51F0-4683-B316-D23813EE9F17}">
      <dgm:prSet/>
      <dgm:spPr/>
      <dgm:t>
        <a:bodyPr/>
        <a:lstStyle/>
        <a:p>
          <a:endParaRPr lang="en-US"/>
        </a:p>
      </dgm:t>
    </dgm:pt>
    <dgm:pt modelId="{C41C1723-1225-446D-AD89-8E110E76B1E8}">
      <dgm:prSet/>
      <dgm:spPr/>
      <dgm:t>
        <a:bodyPr/>
        <a:lstStyle/>
        <a:p>
          <a:r>
            <a:rPr lang="pt-PT"/>
            <a:t>Interface simples e intuitiva </a:t>
          </a:r>
          <a:endParaRPr lang="en-US"/>
        </a:p>
      </dgm:t>
    </dgm:pt>
    <dgm:pt modelId="{5B7F9FA7-B1D2-44DE-B077-D841392BCDED}" type="parTrans" cxnId="{54DE5DC9-C19B-4B09-9C59-080105F9F997}">
      <dgm:prSet/>
      <dgm:spPr/>
      <dgm:t>
        <a:bodyPr/>
        <a:lstStyle/>
        <a:p>
          <a:endParaRPr lang="en-US"/>
        </a:p>
      </dgm:t>
    </dgm:pt>
    <dgm:pt modelId="{D3DCA83C-BFDF-430C-AFCD-8B1F312CF2BB}" type="sibTrans" cxnId="{54DE5DC9-C19B-4B09-9C59-080105F9F997}">
      <dgm:prSet/>
      <dgm:spPr/>
      <dgm:t>
        <a:bodyPr/>
        <a:lstStyle/>
        <a:p>
          <a:endParaRPr lang="en-US"/>
        </a:p>
      </dgm:t>
    </dgm:pt>
    <dgm:pt modelId="{82BFF62A-6B95-4B19-A032-376DA6326D6A}">
      <dgm:prSet/>
      <dgm:spPr/>
      <dgm:t>
        <a:bodyPr/>
        <a:lstStyle/>
        <a:p>
          <a:r>
            <a:rPr lang="pt-PT"/>
            <a:t>Resposta rápida </a:t>
          </a:r>
          <a:endParaRPr lang="en-US"/>
        </a:p>
      </dgm:t>
    </dgm:pt>
    <dgm:pt modelId="{1C2F44EB-ADEB-40F9-BCD5-BD39ECA28965}" type="parTrans" cxnId="{8A114D1E-CE6B-418B-B5DA-D95CEE3A9B1B}">
      <dgm:prSet/>
      <dgm:spPr/>
      <dgm:t>
        <a:bodyPr/>
        <a:lstStyle/>
        <a:p>
          <a:endParaRPr lang="en-US"/>
        </a:p>
      </dgm:t>
    </dgm:pt>
    <dgm:pt modelId="{26BF13C2-BAEE-4ACC-9DE3-C9C2C8E53B11}" type="sibTrans" cxnId="{8A114D1E-CE6B-418B-B5DA-D95CEE3A9B1B}">
      <dgm:prSet/>
      <dgm:spPr/>
      <dgm:t>
        <a:bodyPr/>
        <a:lstStyle/>
        <a:p>
          <a:endParaRPr lang="en-US"/>
        </a:p>
      </dgm:t>
    </dgm:pt>
    <dgm:pt modelId="{FD01AD01-D18E-4D70-B162-4E8EEAC4D596}">
      <dgm:prSet/>
      <dgm:spPr/>
      <dgm:t>
        <a:bodyPr/>
        <a:lstStyle/>
        <a:p>
          <a:r>
            <a:rPr lang="pt-PT"/>
            <a:t>Compatível com OpenJDK </a:t>
          </a:r>
          <a:endParaRPr lang="en-US"/>
        </a:p>
      </dgm:t>
    </dgm:pt>
    <dgm:pt modelId="{16A8B2B6-70C1-476F-BD59-B8EF08E1A9A1}" type="parTrans" cxnId="{8DC3E281-CF01-434E-B3A1-0159DB5EA51B}">
      <dgm:prSet/>
      <dgm:spPr/>
      <dgm:t>
        <a:bodyPr/>
        <a:lstStyle/>
        <a:p>
          <a:endParaRPr lang="en-US"/>
        </a:p>
      </dgm:t>
    </dgm:pt>
    <dgm:pt modelId="{60E3668E-C244-40E1-B06F-6634A0F3BD1B}" type="sibTrans" cxnId="{8DC3E281-CF01-434E-B3A1-0159DB5EA51B}">
      <dgm:prSet/>
      <dgm:spPr/>
      <dgm:t>
        <a:bodyPr/>
        <a:lstStyle/>
        <a:p>
          <a:endParaRPr lang="en-US"/>
        </a:p>
      </dgm:t>
    </dgm:pt>
    <dgm:pt modelId="{F89FD5F0-8E59-44EA-9684-C7C09BF17C24}">
      <dgm:prSet/>
      <dgm:spPr/>
      <dgm:t>
        <a:bodyPr/>
        <a:lstStyle/>
        <a:p>
          <a:r>
            <a:rPr lang="pt-PT"/>
            <a:t>Uso de Git</a:t>
          </a:r>
          <a:endParaRPr lang="en-US"/>
        </a:p>
      </dgm:t>
    </dgm:pt>
    <dgm:pt modelId="{E349A7FE-EA41-412E-BD20-214287BCEA27}" type="parTrans" cxnId="{B3E6E1FD-D8B9-43F7-8AC1-7B56F123C1D7}">
      <dgm:prSet/>
      <dgm:spPr/>
      <dgm:t>
        <a:bodyPr/>
        <a:lstStyle/>
        <a:p>
          <a:endParaRPr lang="en-US"/>
        </a:p>
      </dgm:t>
    </dgm:pt>
    <dgm:pt modelId="{9F7D26F5-32C4-4FB1-821D-B5FD580D50FB}" type="sibTrans" cxnId="{B3E6E1FD-D8B9-43F7-8AC1-7B56F123C1D7}">
      <dgm:prSet/>
      <dgm:spPr/>
      <dgm:t>
        <a:bodyPr/>
        <a:lstStyle/>
        <a:p>
          <a:endParaRPr lang="en-US"/>
        </a:p>
      </dgm:t>
    </dgm:pt>
    <dgm:pt modelId="{946DEE62-A4A8-498A-AB75-F0B97685B52F}" type="pres">
      <dgm:prSet presAssocID="{68E37C0F-C543-43A7-BC28-A9840A23E6E5}" presName="diagram" presStyleCnt="0">
        <dgm:presLayoutVars>
          <dgm:dir/>
          <dgm:resizeHandles val="exact"/>
        </dgm:presLayoutVars>
      </dgm:prSet>
      <dgm:spPr/>
    </dgm:pt>
    <dgm:pt modelId="{1C05E549-A2E3-4232-A19D-A884007B2C4A}" type="pres">
      <dgm:prSet presAssocID="{6D682D74-C5AB-4547-857E-DE1886EB1312}" presName="node" presStyleLbl="node1" presStyleIdx="0" presStyleCnt="5">
        <dgm:presLayoutVars>
          <dgm:bulletEnabled val="1"/>
        </dgm:presLayoutVars>
      </dgm:prSet>
      <dgm:spPr/>
    </dgm:pt>
    <dgm:pt modelId="{19B10937-E418-43BA-AD19-34E66A2531B6}" type="pres">
      <dgm:prSet presAssocID="{21BEE1C3-EAAF-4628-8F4B-80B3378069D9}" presName="sibTrans" presStyleCnt="0"/>
      <dgm:spPr/>
    </dgm:pt>
    <dgm:pt modelId="{BF72C20D-D767-4ED9-A947-0BCA34886056}" type="pres">
      <dgm:prSet presAssocID="{C41C1723-1225-446D-AD89-8E110E76B1E8}" presName="node" presStyleLbl="node1" presStyleIdx="1" presStyleCnt="5">
        <dgm:presLayoutVars>
          <dgm:bulletEnabled val="1"/>
        </dgm:presLayoutVars>
      </dgm:prSet>
      <dgm:spPr/>
    </dgm:pt>
    <dgm:pt modelId="{8AB47292-E165-49A4-B282-B1D7D850AB89}" type="pres">
      <dgm:prSet presAssocID="{D3DCA83C-BFDF-430C-AFCD-8B1F312CF2BB}" presName="sibTrans" presStyleCnt="0"/>
      <dgm:spPr/>
    </dgm:pt>
    <dgm:pt modelId="{373F461B-E9A3-4D8C-9F6A-76E79C3C75A4}" type="pres">
      <dgm:prSet presAssocID="{82BFF62A-6B95-4B19-A032-376DA6326D6A}" presName="node" presStyleLbl="node1" presStyleIdx="2" presStyleCnt="5">
        <dgm:presLayoutVars>
          <dgm:bulletEnabled val="1"/>
        </dgm:presLayoutVars>
      </dgm:prSet>
      <dgm:spPr/>
    </dgm:pt>
    <dgm:pt modelId="{857F0335-F89A-4FCE-97CF-7492BE337014}" type="pres">
      <dgm:prSet presAssocID="{26BF13C2-BAEE-4ACC-9DE3-C9C2C8E53B11}" presName="sibTrans" presStyleCnt="0"/>
      <dgm:spPr/>
    </dgm:pt>
    <dgm:pt modelId="{88061085-62C8-471C-AA67-65753B480ACF}" type="pres">
      <dgm:prSet presAssocID="{FD01AD01-D18E-4D70-B162-4E8EEAC4D596}" presName="node" presStyleLbl="node1" presStyleIdx="3" presStyleCnt="5">
        <dgm:presLayoutVars>
          <dgm:bulletEnabled val="1"/>
        </dgm:presLayoutVars>
      </dgm:prSet>
      <dgm:spPr/>
    </dgm:pt>
    <dgm:pt modelId="{E2E78607-5DD1-4149-98ED-BEAAA3C0C532}" type="pres">
      <dgm:prSet presAssocID="{60E3668E-C244-40E1-B06F-6634A0F3BD1B}" presName="sibTrans" presStyleCnt="0"/>
      <dgm:spPr/>
    </dgm:pt>
    <dgm:pt modelId="{4900699E-65CA-463D-9C40-CBF797E1CFEF}" type="pres">
      <dgm:prSet presAssocID="{F89FD5F0-8E59-44EA-9684-C7C09BF17C24}" presName="node" presStyleLbl="node1" presStyleIdx="4" presStyleCnt="5">
        <dgm:presLayoutVars>
          <dgm:bulletEnabled val="1"/>
        </dgm:presLayoutVars>
      </dgm:prSet>
      <dgm:spPr/>
    </dgm:pt>
  </dgm:ptLst>
  <dgm:cxnLst>
    <dgm:cxn modelId="{8A114D1E-CE6B-418B-B5DA-D95CEE3A9B1B}" srcId="{68E37C0F-C543-43A7-BC28-A9840A23E6E5}" destId="{82BFF62A-6B95-4B19-A032-376DA6326D6A}" srcOrd="2" destOrd="0" parTransId="{1C2F44EB-ADEB-40F9-BCD5-BD39ECA28965}" sibTransId="{26BF13C2-BAEE-4ACC-9DE3-C9C2C8E53B11}"/>
    <dgm:cxn modelId="{AED8E54C-45C5-4E47-9DEA-8C604481A9D2}" type="presOf" srcId="{6D682D74-C5AB-4547-857E-DE1886EB1312}" destId="{1C05E549-A2E3-4232-A19D-A884007B2C4A}" srcOrd="0" destOrd="0" presId="urn:microsoft.com/office/officeart/2005/8/layout/default"/>
    <dgm:cxn modelId="{64F4037B-51F0-4683-B316-D23813EE9F17}" srcId="{68E37C0F-C543-43A7-BC28-A9840A23E6E5}" destId="{6D682D74-C5AB-4547-857E-DE1886EB1312}" srcOrd="0" destOrd="0" parTransId="{F88D1F74-ABF2-42D1-90C2-91CE45455B40}" sibTransId="{21BEE1C3-EAAF-4628-8F4B-80B3378069D9}"/>
    <dgm:cxn modelId="{8DC3E281-CF01-434E-B3A1-0159DB5EA51B}" srcId="{68E37C0F-C543-43A7-BC28-A9840A23E6E5}" destId="{FD01AD01-D18E-4D70-B162-4E8EEAC4D596}" srcOrd="3" destOrd="0" parTransId="{16A8B2B6-70C1-476F-BD59-B8EF08E1A9A1}" sibTransId="{60E3668E-C244-40E1-B06F-6634A0F3BD1B}"/>
    <dgm:cxn modelId="{8E2D3894-BA87-4B4C-A8E5-7DAF13B8DB9F}" type="presOf" srcId="{68E37C0F-C543-43A7-BC28-A9840A23E6E5}" destId="{946DEE62-A4A8-498A-AB75-F0B97685B52F}" srcOrd="0" destOrd="0" presId="urn:microsoft.com/office/officeart/2005/8/layout/default"/>
    <dgm:cxn modelId="{5E65AAB4-2A61-4B95-97B2-FD0E91D6B441}" type="presOf" srcId="{FD01AD01-D18E-4D70-B162-4E8EEAC4D596}" destId="{88061085-62C8-471C-AA67-65753B480ACF}" srcOrd="0" destOrd="0" presId="urn:microsoft.com/office/officeart/2005/8/layout/default"/>
    <dgm:cxn modelId="{54DE5DC9-C19B-4B09-9C59-080105F9F997}" srcId="{68E37C0F-C543-43A7-BC28-A9840A23E6E5}" destId="{C41C1723-1225-446D-AD89-8E110E76B1E8}" srcOrd="1" destOrd="0" parTransId="{5B7F9FA7-B1D2-44DE-B077-D841392BCDED}" sibTransId="{D3DCA83C-BFDF-430C-AFCD-8B1F312CF2BB}"/>
    <dgm:cxn modelId="{849145D9-933E-465A-B5A7-3F076ACCD2B5}" type="presOf" srcId="{C41C1723-1225-446D-AD89-8E110E76B1E8}" destId="{BF72C20D-D767-4ED9-A947-0BCA34886056}" srcOrd="0" destOrd="0" presId="urn:microsoft.com/office/officeart/2005/8/layout/default"/>
    <dgm:cxn modelId="{10B5D1DE-834F-436C-83F8-18F6E4246CCE}" type="presOf" srcId="{F89FD5F0-8E59-44EA-9684-C7C09BF17C24}" destId="{4900699E-65CA-463D-9C40-CBF797E1CFEF}" srcOrd="0" destOrd="0" presId="urn:microsoft.com/office/officeart/2005/8/layout/default"/>
    <dgm:cxn modelId="{4E1E2CEA-7A96-45EB-BDF6-9CBD5ED1B3B0}" type="presOf" srcId="{82BFF62A-6B95-4B19-A032-376DA6326D6A}" destId="{373F461B-E9A3-4D8C-9F6A-76E79C3C75A4}" srcOrd="0" destOrd="0" presId="urn:microsoft.com/office/officeart/2005/8/layout/default"/>
    <dgm:cxn modelId="{B3E6E1FD-D8B9-43F7-8AC1-7B56F123C1D7}" srcId="{68E37C0F-C543-43A7-BC28-A9840A23E6E5}" destId="{F89FD5F0-8E59-44EA-9684-C7C09BF17C24}" srcOrd="4" destOrd="0" parTransId="{E349A7FE-EA41-412E-BD20-214287BCEA27}" sibTransId="{9F7D26F5-32C4-4FB1-821D-B5FD580D50FB}"/>
    <dgm:cxn modelId="{524957EE-BDAA-4B03-9ED4-2E32D3168D76}" type="presParOf" srcId="{946DEE62-A4A8-498A-AB75-F0B97685B52F}" destId="{1C05E549-A2E3-4232-A19D-A884007B2C4A}" srcOrd="0" destOrd="0" presId="urn:microsoft.com/office/officeart/2005/8/layout/default"/>
    <dgm:cxn modelId="{EABBCDB4-2ACA-46F7-950D-85EC001C940C}" type="presParOf" srcId="{946DEE62-A4A8-498A-AB75-F0B97685B52F}" destId="{19B10937-E418-43BA-AD19-34E66A2531B6}" srcOrd="1" destOrd="0" presId="urn:microsoft.com/office/officeart/2005/8/layout/default"/>
    <dgm:cxn modelId="{A60ABD2A-9849-41DF-A364-0C74ADFAE649}" type="presParOf" srcId="{946DEE62-A4A8-498A-AB75-F0B97685B52F}" destId="{BF72C20D-D767-4ED9-A947-0BCA34886056}" srcOrd="2" destOrd="0" presId="urn:microsoft.com/office/officeart/2005/8/layout/default"/>
    <dgm:cxn modelId="{22F1998C-CFFB-417D-8317-36EE17706560}" type="presParOf" srcId="{946DEE62-A4A8-498A-AB75-F0B97685B52F}" destId="{8AB47292-E165-49A4-B282-B1D7D850AB89}" srcOrd="3" destOrd="0" presId="urn:microsoft.com/office/officeart/2005/8/layout/default"/>
    <dgm:cxn modelId="{431FA176-48F2-4D62-9D0B-CBE2CFD5C209}" type="presParOf" srcId="{946DEE62-A4A8-498A-AB75-F0B97685B52F}" destId="{373F461B-E9A3-4D8C-9F6A-76E79C3C75A4}" srcOrd="4" destOrd="0" presId="urn:microsoft.com/office/officeart/2005/8/layout/default"/>
    <dgm:cxn modelId="{EA4B7051-AFEC-4E80-9C9B-E8CDFE4A3177}" type="presParOf" srcId="{946DEE62-A4A8-498A-AB75-F0B97685B52F}" destId="{857F0335-F89A-4FCE-97CF-7492BE337014}" srcOrd="5" destOrd="0" presId="urn:microsoft.com/office/officeart/2005/8/layout/default"/>
    <dgm:cxn modelId="{8D0CF9FA-7FF2-4AE6-8E95-D451E72014FC}" type="presParOf" srcId="{946DEE62-A4A8-498A-AB75-F0B97685B52F}" destId="{88061085-62C8-471C-AA67-65753B480ACF}" srcOrd="6" destOrd="0" presId="urn:microsoft.com/office/officeart/2005/8/layout/default"/>
    <dgm:cxn modelId="{563B4FEB-4E95-4523-8937-B96340989CEA}" type="presParOf" srcId="{946DEE62-A4A8-498A-AB75-F0B97685B52F}" destId="{E2E78607-5DD1-4149-98ED-BEAAA3C0C532}" srcOrd="7" destOrd="0" presId="urn:microsoft.com/office/officeart/2005/8/layout/default"/>
    <dgm:cxn modelId="{A746CBEF-A3D8-4AC1-BB46-D7CAF4F97118}" type="presParOf" srcId="{946DEE62-A4A8-498A-AB75-F0B97685B52F}" destId="{4900699E-65CA-463D-9C40-CBF797E1CFEF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9019A4-6698-4002-9B3E-D51BC7B8F956}" type="doc">
      <dgm:prSet loTypeId="urn:microsoft.com/office/officeart/2005/8/layout/cycle8" loCatId="cycle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D2CB0BD0-4E12-4292-A6FF-D1762CB720B6}">
      <dgm:prSet/>
      <dgm:spPr/>
      <dgm:t>
        <a:bodyPr/>
        <a:lstStyle/>
        <a:p>
          <a:r>
            <a:rPr lang="pt-PT"/>
            <a:t>Iniciar jogo </a:t>
          </a:r>
          <a:endParaRPr lang="en-US"/>
        </a:p>
      </dgm:t>
    </dgm:pt>
    <dgm:pt modelId="{8E767930-6AC5-4FF5-B92B-09FE99ADA22B}" type="parTrans" cxnId="{30DAF5C2-FDFD-4C24-912C-905D89BFD905}">
      <dgm:prSet/>
      <dgm:spPr/>
      <dgm:t>
        <a:bodyPr/>
        <a:lstStyle/>
        <a:p>
          <a:endParaRPr lang="en-US"/>
        </a:p>
      </dgm:t>
    </dgm:pt>
    <dgm:pt modelId="{2AF7F618-1F8E-47BF-98D6-0B86B783C6E5}" type="sibTrans" cxnId="{30DAF5C2-FDFD-4C24-912C-905D89BFD905}">
      <dgm:prSet/>
      <dgm:spPr/>
      <dgm:t>
        <a:bodyPr/>
        <a:lstStyle/>
        <a:p>
          <a:endParaRPr lang="en-US"/>
        </a:p>
      </dgm:t>
    </dgm:pt>
    <dgm:pt modelId="{68FC70E9-7691-49E6-A45E-F65115A87015}">
      <dgm:prSet/>
      <dgm:spPr/>
      <dgm:t>
        <a:bodyPr/>
        <a:lstStyle/>
        <a:p>
          <a:r>
            <a:rPr lang="pt-PT"/>
            <a:t>Jogador seleciona peça </a:t>
          </a:r>
          <a:endParaRPr lang="en-US"/>
        </a:p>
      </dgm:t>
    </dgm:pt>
    <dgm:pt modelId="{AF93949C-378C-4EF3-BFF3-112C4A68AC4D}" type="parTrans" cxnId="{16926431-5306-45B7-955F-997F2300FAC7}">
      <dgm:prSet/>
      <dgm:spPr/>
      <dgm:t>
        <a:bodyPr/>
        <a:lstStyle/>
        <a:p>
          <a:endParaRPr lang="en-US"/>
        </a:p>
      </dgm:t>
    </dgm:pt>
    <dgm:pt modelId="{6A71C576-0227-400D-B4FF-EBA36401F7B6}" type="sibTrans" cxnId="{16926431-5306-45B7-955F-997F2300FAC7}">
      <dgm:prSet/>
      <dgm:spPr/>
      <dgm:t>
        <a:bodyPr/>
        <a:lstStyle/>
        <a:p>
          <a:endParaRPr lang="en-US"/>
        </a:p>
      </dgm:t>
    </dgm:pt>
    <dgm:pt modelId="{B769988E-E716-465D-A9AB-667E6AC2C61A}">
      <dgm:prSet/>
      <dgm:spPr/>
      <dgm:t>
        <a:bodyPr/>
        <a:lstStyle/>
        <a:p>
          <a:r>
            <a:rPr lang="pt-PT"/>
            <a:t>Validar movimento </a:t>
          </a:r>
          <a:endParaRPr lang="en-US"/>
        </a:p>
      </dgm:t>
    </dgm:pt>
    <dgm:pt modelId="{B0D04BC4-6ADE-45D8-B166-56BD8239545E}" type="parTrans" cxnId="{49AD55FC-A90D-4D77-A797-93AB7A4BFAF6}">
      <dgm:prSet/>
      <dgm:spPr/>
      <dgm:t>
        <a:bodyPr/>
        <a:lstStyle/>
        <a:p>
          <a:endParaRPr lang="en-US"/>
        </a:p>
      </dgm:t>
    </dgm:pt>
    <dgm:pt modelId="{AE9509D3-B6E5-43D6-AE7C-8A5D54BE9BCA}" type="sibTrans" cxnId="{49AD55FC-A90D-4D77-A797-93AB7A4BFAF6}">
      <dgm:prSet/>
      <dgm:spPr/>
      <dgm:t>
        <a:bodyPr/>
        <a:lstStyle/>
        <a:p>
          <a:endParaRPr lang="en-US"/>
        </a:p>
      </dgm:t>
    </dgm:pt>
    <dgm:pt modelId="{CB4A4BE6-F30E-44F8-8948-EACBD429C2E4}">
      <dgm:prSet/>
      <dgm:spPr/>
      <dgm:t>
        <a:bodyPr/>
        <a:lstStyle/>
        <a:p>
          <a:r>
            <a:rPr lang="pt-PT"/>
            <a:t>Atualizar tabuleiro </a:t>
          </a:r>
          <a:endParaRPr lang="en-US"/>
        </a:p>
      </dgm:t>
    </dgm:pt>
    <dgm:pt modelId="{9EC44EE1-0E18-4EA1-823A-DC0D36160DE9}" type="parTrans" cxnId="{F26EEA03-DFF3-41F4-A79E-E49F05EC69CE}">
      <dgm:prSet/>
      <dgm:spPr/>
      <dgm:t>
        <a:bodyPr/>
        <a:lstStyle/>
        <a:p>
          <a:endParaRPr lang="en-US"/>
        </a:p>
      </dgm:t>
    </dgm:pt>
    <dgm:pt modelId="{4FEBF3A4-0070-4C05-AA20-78512F4F0BA4}" type="sibTrans" cxnId="{F26EEA03-DFF3-41F4-A79E-E49F05EC69CE}">
      <dgm:prSet/>
      <dgm:spPr/>
      <dgm:t>
        <a:bodyPr/>
        <a:lstStyle/>
        <a:p>
          <a:endParaRPr lang="en-US"/>
        </a:p>
      </dgm:t>
    </dgm:pt>
    <dgm:pt modelId="{52136C76-682C-4647-AEA4-7CE500AB8348}">
      <dgm:prSet/>
      <dgm:spPr/>
      <dgm:t>
        <a:bodyPr/>
        <a:lstStyle/>
        <a:p>
          <a:r>
            <a:rPr lang="pt-PT"/>
            <a:t>Enviar jogada (rede) </a:t>
          </a:r>
          <a:endParaRPr lang="en-US"/>
        </a:p>
      </dgm:t>
    </dgm:pt>
    <dgm:pt modelId="{54B56DDF-5794-4036-8492-1435A0EB4BF0}" type="parTrans" cxnId="{67CDCD87-B95E-4662-B9D6-F5CD8941F604}">
      <dgm:prSet/>
      <dgm:spPr/>
      <dgm:t>
        <a:bodyPr/>
        <a:lstStyle/>
        <a:p>
          <a:endParaRPr lang="en-US"/>
        </a:p>
      </dgm:t>
    </dgm:pt>
    <dgm:pt modelId="{010C7D42-7D38-4416-A3D0-A94DA95702A3}" type="sibTrans" cxnId="{67CDCD87-B95E-4662-B9D6-F5CD8941F604}">
      <dgm:prSet/>
      <dgm:spPr/>
      <dgm:t>
        <a:bodyPr/>
        <a:lstStyle/>
        <a:p>
          <a:endParaRPr lang="en-US"/>
        </a:p>
      </dgm:t>
    </dgm:pt>
    <dgm:pt modelId="{8CA4DBD1-B67C-46EE-97E7-096FCC3BC660}">
      <dgm:prSet/>
      <dgm:spPr/>
      <dgm:t>
        <a:bodyPr/>
        <a:lstStyle/>
        <a:p>
          <a:r>
            <a:rPr lang="pt-PT"/>
            <a:t>Verificar vitória </a:t>
          </a:r>
          <a:endParaRPr lang="en-US"/>
        </a:p>
      </dgm:t>
    </dgm:pt>
    <dgm:pt modelId="{09B7D41C-7817-4B6C-B5C4-45B652816311}" type="parTrans" cxnId="{252BD1F0-CB3A-4894-8E61-C2248FFF11A7}">
      <dgm:prSet/>
      <dgm:spPr/>
      <dgm:t>
        <a:bodyPr/>
        <a:lstStyle/>
        <a:p>
          <a:endParaRPr lang="en-US"/>
        </a:p>
      </dgm:t>
    </dgm:pt>
    <dgm:pt modelId="{5892EDF4-AF11-479B-BD0D-29EF92D33570}" type="sibTrans" cxnId="{252BD1F0-CB3A-4894-8E61-C2248FFF11A7}">
      <dgm:prSet/>
      <dgm:spPr/>
      <dgm:t>
        <a:bodyPr/>
        <a:lstStyle/>
        <a:p>
          <a:endParaRPr lang="en-US"/>
        </a:p>
      </dgm:t>
    </dgm:pt>
    <dgm:pt modelId="{3AC976FC-BE55-4438-B166-908F4AF3615A}">
      <dgm:prSet/>
      <dgm:spPr/>
      <dgm:t>
        <a:bodyPr/>
        <a:lstStyle/>
        <a:p>
          <a:r>
            <a:rPr lang="pt-PT"/>
            <a:t>Alternar turno </a:t>
          </a:r>
          <a:endParaRPr lang="en-US"/>
        </a:p>
      </dgm:t>
    </dgm:pt>
    <dgm:pt modelId="{31124695-96AB-4427-B89A-BA3E9695AF03}" type="parTrans" cxnId="{378DBF30-7330-4F90-9226-4C6CFFED1203}">
      <dgm:prSet/>
      <dgm:spPr/>
      <dgm:t>
        <a:bodyPr/>
        <a:lstStyle/>
        <a:p>
          <a:endParaRPr lang="en-US"/>
        </a:p>
      </dgm:t>
    </dgm:pt>
    <dgm:pt modelId="{DACA1360-738F-421B-B656-23FCB576D446}" type="sibTrans" cxnId="{378DBF30-7330-4F90-9226-4C6CFFED1203}">
      <dgm:prSet/>
      <dgm:spPr/>
      <dgm:t>
        <a:bodyPr/>
        <a:lstStyle/>
        <a:p>
          <a:endParaRPr lang="en-US"/>
        </a:p>
      </dgm:t>
    </dgm:pt>
    <dgm:pt modelId="{4CD05D26-E7A0-4173-A740-946EC10B6F35}" type="pres">
      <dgm:prSet presAssocID="{F79019A4-6698-4002-9B3E-D51BC7B8F956}" presName="compositeShape" presStyleCnt="0">
        <dgm:presLayoutVars>
          <dgm:chMax val="7"/>
          <dgm:dir/>
          <dgm:resizeHandles val="exact"/>
        </dgm:presLayoutVars>
      </dgm:prSet>
      <dgm:spPr/>
    </dgm:pt>
    <dgm:pt modelId="{8739BCB5-329C-4D25-9DD6-9F482ADC70DB}" type="pres">
      <dgm:prSet presAssocID="{F79019A4-6698-4002-9B3E-D51BC7B8F956}" presName="wedge1" presStyleLbl="node1" presStyleIdx="0" presStyleCnt="7"/>
      <dgm:spPr/>
    </dgm:pt>
    <dgm:pt modelId="{CA4AEB69-F418-4734-B11D-2DB5D6DF3B6C}" type="pres">
      <dgm:prSet presAssocID="{F79019A4-6698-4002-9B3E-D51BC7B8F956}" presName="dummy1a" presStyleCnt="0"/>
      <dgm:spPr/>
    </dgm:pt>
    <dgm:pt modelId="{E8BCD275-860A-4A00-A077-6E2F8FA12B00}" type="pres">
      <dgm:prSet presAssocID="{F79019A4-6698-4002-9B3E-D51BC7B8F956}" presName="dummy1b" presStyleCnt="0"/>
      <dgm:spPr/>
    </dgm:pt>
    <dgm:pt modelId="{0C3A482E-79C3-4BEB-AB54-4CEAF804D5DA}" type="pres">
      <dgm:prSet presAssocID="{F79019A4-6698-4002-9B3E-D51BC7B8F956}" presName="wedge1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F2279367-347E-4D70-A610-289F0D0D7704}" type="pres">
      <dgm:prSet presAssocID="{F79019A4-6698-4002-9B3E-D51BC7B8F956}" presName="wedge2" presStyleLbl="node1" presStyleIdx="1" presStyleCnt="7"/>
      <dgm:spPr/>
    </dgm:pt>
    <dgm:pt modelId="{B167CBB6-46D2-4CB9-AE57-D5D215B75D83}" type="pres">
      <dgm:prSet presAssocID="{F79019A4-6698-4002-9B3E-D51BC7B8F956}" presName="dummy2a" presStyleCnt="0"/>
      <dgm:spPr/>
    </dgm:pt>
    <dgm:pt modelId="{D76EF7BA-6288-4B29-B26B-A5128B25E44C}" type="pres">
      <dgm:prSet presAssocID="{F79019A4-6698-4002-9B3E-D51BC7B8F956}" presName="dummy2b" presStyleCnt="0"/>
      <dgm:spPr/>
    </dgm:pt>
    <dgm:pt modelId="{3CEF0E0E-5C4B-4C89-A1FD-62C31F773C78}" type="pres">
      <dgm:prSet presAssocID="{F79019A4-6698-4002-9B3E-D51BC7B8F956}" presName="wedge2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9033B406-4393-44E9-8EF5-D9463E2C431C}" type="pres">
      <dgm:prSet presAssocID="{F79019A4-6698-4002-9B3E-D51BC7B8F956}" presName="wedge3" presStyleLbl="node1" presStyleIdx="2" presStyleCnt="7"/>
      <dgm:spPr/>
    </dgm:pt>
    <dgm:pt modelId="{444831D4-9F38-4BDD-AF89-CA55D2E66C2D}" type="pres">
      <dgm:prSet presAssocID="{F79019A4-6698-4002-9B3E-D51BC7B8F956}" presName="dummy3a" presStyleCnt="0"/>
      <dgm:spPr/>
    </dgm:pt>
    <dgm:pt modelId="{AE7B7589-A7A9-4E0D-8D5B-95ABC798B6D7}" type="pres">
      <dgm:prSet presAssocID="{F79019A4-6698-4002-9B3E-D51BC7B8F956}" presName="dummy3b" presStyleCnt="0"/>
      <dgm:spPr/>
    </dgm:pt>
    <dgm:pt modelId="{E6E0D14A-4747-4E0E-9794-41D915B84772}" type="pres">
      <dgm:prSet presAssocID="{F79019A4-6698-4002-9B3E-D51BC7B8F956}" presName="wedge3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4D1C91FE-8C15-432C-86C0-F0BB40F264FD}" type="pres">
      <dgm:prSet presAssocID="{F79019A4-6698-4002-9B3E-D51BC7B8F956}" presName="wedge4" presStyleLbl="node1" presStyleIdx="3" presStyleCnt="7"/>
      <dgm:spPr/>
    </dgm:pt>
    <dgm:pt modelId="{B0CB853C-91BF-4CFC-81AC-DC9CE8C47064}" type="pres">
      <dgm:prSet presAssocID="{F79019A4-6698-4002-9B3E-D51BC7B8F956}" presName="dummy4a" presStyleCnt="0"/>
      <dgm:spPr/>
    </dgm:pt>
    <dgm:pt modelId="{83434195-0373-4DE8-98E8-F41F68FB861C}" type="pres">
      <dgm:prSet presAssocID="{F79019A4-6698-4002-9B3E-D51BC7B8F956}" presName="dummy4b" presStyleCnt="0"/>
      <dgm:spPr/>
    </dgm:pt>
    <dgm:pt modelId="{19B2A61B-BA3B-4580-93E7-2CB0395DEF4F}" type="pres">
      <dgm:prSet presAssocID="{F79019A4-6698-4002-9B3E-D51BC7B8F956}" presName="wedge4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2153123F-A73C-4DBE-86F7-9A2141495338}" type="pres">
      <dgm:prSet presAssocID="{F79019A4-6698-4002-9B3E-D51BC7B8F956}" presName="wedge5" presStyleLbl="node1" presStyleIdx="4" presStyleCnt="7"/>
      <dgm:spPr/>
    </dgm:pt>
    <dgm:pt modelId="{C5BD1416-23D7-4E91-8D01-555C308FCFB3}" type="pres">
      <dgm:prSet presAssocID="{F79019A4-6698-4002-9B3E-D51BC7B8F956}" presName="dummy5a" presStyleCnt="0"/>
      <dgm:spPr/>
    </dgm:pt>
    <dgm:pt modelId="{C17EE26A-D4D3-40B6-9235-DBEFA7A90D90}" type="pres">
      <dgm:prSet presAssocID="{F79019A4-6698-4002-9B3E-D51BC7B8F956}" presName="dummy5b" presStyleCnt="0"/>
      <dgm:spPr/>
    </dgm:pt>
    <dgm:pt modelId="{7C30B428-601E-460E-BD61-385038002F34}" type="pres">
      <dgm:prSet presAssocID="{F79019A4-6698-4002-9B3E-D51BC7B8F956}" presName="wedge5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0B22BF68-8B80-4E60-A263-E1D909F8937F}" type="pres">
      <dgm:prSet presAssocID="{F79019A4-6698-4002-9B3E-D51BC7B8F956}" presName="wedge6" presStyleLbl="node1" presStyleIdx="5" presStyleCnt="7"/>
      <dgm:spPr/>
    </dgm:pt>
    <dgm:pt modelId="{187A3A1B-CEF4-4721-9426-E4C52536EEAE}" type="pres">
      <dgm:prSet presAssocID="{F79019A4-6698-4002-9B3E-D51BC7B8F956}" presName="dummy6a" presStyleCnt="0"/>
      <dgm:spPr/>
    </dgm:pt>
    <dgm:pt modelId="{A7B1081E-1251-4254-9513-BFBDF42ECA8D}" type="pres">
      <dgm:prSet presAssocID="{F79019A4-6698-4002-9B3E-D51BC7B8F956}" presName="dummy6b" presStyleCnt="0"/>
      <dgm:spPr/>
    </dgm:pt>
    <dgm:pt modelId="{57C4C4A4-495C-4D7F-91A0-EE36A0D81A18}" type="pres">
      <dgm:prSet presAssocID="{F79019A4-6698-4002-9B3E-D51BC7B8F956}" presName="wedge6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9897EB02-D3EC-40B9-B0CE-AA3F2C124606}" type="pres">
      <dgm:prSet presAssocID="{F79019A4-6698-4002-9B3E-D51BC7B8F956}" presName="wedge7" presStyleLbl="node1" presStyleIdx="6" presStyleCnt="7"/>
      <dgm:spPr/>
    </dgm:pt>
    <dgm:pt modelId="{94130FA6-433F-41D9-94F2-73E02D0F8330}" type="pres">
      <dgm:prSet presAssocID="{F79019A4-6698-4002-9B3E-D51BC7B8F956}" presName="dummy7a" presStyleCnt="0"/>
      <dgm:spPr/>
    </dgm:pt>
    <dgm:pt modelId="{8AF7BB49-3398-4DEA-A0F6-F1C4EEFEDE6B}" type="pres">
      <dgm:prSet presAssocID="{F79019A4-6698-4002-9B3E-D51BC7B8F956}" presName="dummy7b" presStyleCnt="0"/>
      <dgm:spPr/>
    </dgm:pt>
    <dgm:pt modelId="{97F87AF3-AD3F-438D-ACC9-2C7FF8E6C40B}" type="pres">
      <dgm:prSet presAssocID="{F79019A4-6698-4002-9B3E-D51BC7B8F956}" presName="wedge7Tx" presStyleLbl="node1" presStyleIdx="6" presStyleCnt="7">
        <dgm:presLayoutVars>
          <dgm:chMax val="0"/>
          <dgm:chPref val="0"/>
          <dgm:bulletEnabled val="1"/>
        </dgm:presLayoutVars>
      </dgm:prSet>
      <dgm:spPr/>
    </dgm:pt>
    <dgm:pt modelId="{331D3E06-E0D3-43D8-9947-2006A0771530}" type="pres">
      <dgm:prSet presAssocID="{2AF7F618-1F8E-47BF-98D6-0B86B783C6E5}" presName="arrowWedge1" presStyleLbl="fgSibTrans2D1" presStyleIdx="0" presStyleCnt="7"/>
      <dgm:spPr/>
    </dgm:pt>
    <dgm:pt modelId="{DA67EC56-F7B3-42BD-9E21-74BD30FE7180}" type="pres">
      <dgm:prSet presAssocID="{6A71C576-0227-400D-B4FF-EBA36401F7B6}" presName="arrowWedge2" presStyleLbl="fgSibTrans2D1" presStyleIdx="1" presStyleCnt="7"/>
      <dgm:spPr/>
    </dgm:pt>
    <dgm:pt modelId="{6F6DF62C-4B94-4F3E-BF7A-4F8AB6E3F6AB}" type="pres">
      <dgm:prSet presAssocID="{AE9509D3-B6E5-43D6-AE7C-8A5D54BE9BCA}" presName="arrowWedge3" presStyleLbl="fgSibTrans2D1" presStyleIdx="2" presStyleCnt="7"/>
      <dgm:spPr/>
    </dgm:pt>
    <dgm:pt modelId="{8923A0A6-5141-4154-AD1E-6EDFA5C04CA4}" type="pres">
      <dgm:prSet presAssocID="{4FEBF3A4-0070-4C05-AA20-78512F4F0BA4}" presName="arrowWedge4" presStyleLbl="fgSibTrans2D1" presStyleIdx="3" presStyleCnt="7"/>
      <dgm:spPr/>
    </dgm:pt>
    <dgm:pt modelId="{25AF6605-A3C9-4006-AE33-E08ED2940EF5}" type="pres">
      <dgm:prSet presAssocID="{010C7D42-7D38-4416-A3D0-A94DA95702A3}" presName="arrowWedge5" presStyleLbl="fgSibTrans2D1" presStyleIdx="4" presStyleCnt="7"/>
      <dgm:spPr/>
    </dgm:pt>
    <dgm:pt modelId="{F37FFE7E-FEF8-47BF-AADC-D6D8A7D118E8}" type="pres">
      <dgm:prSet presAssocID="{5892EDF4-AF11-479B-BD0D-29EF92D33570}" presName="arrowWedge6" presStyleLbl="fgSibTrans2D1" presStyleIdx="5" presStyleCnt="7"/>
      <dgm:spPr/>
    </dgm:pt>
    <dgm:pt modelId="{E9BF5513-560E-4507-ACD8-DAE9FDF88197}" type="pres">
      <dgm:prSet presAssocID="{DACA1360-738F-421B-B656-23FCB576D446}" presName="arrowWedge7" presStyleLbl="fgSibTrans2D1" presStyleIdx="6" presStyleCnt="7"/>
      <dgm:spPr/>
    </dgm:pt>
  </dgm:ptLst>
  <dgm:cxnLst>
    <dgm:cxn modelId="{F26EEA03-DFF3-41F4-A79E-E49F05EC69CE}" srcId="{F79019A4-6698-4002-9B3E-D51BC7B8F956}" destId="{CB4A4BE6-F30E-44F8-8948-EACBD429C2E4}" srcOrd="3" destOrd="0" parTransId="{9EC44EE1-0E18-4EA1-823A-DC0D36160DE9}" sibTransId="{4FEBF3A4-0070-4C05-AA20-78512F4F0BA4}"/>
    <dgm:cxn modelId="{37784D0D-CC17-4E79-9FE7-696C14CD25ED}" type="presOf" srcId="{D2CB0BD0-4E12-4292-A6FF-D1762CB720B6}" destId="{8739BCB5-329C-4D25-9DD6-9F482ADC70DB}" srcOrd="0" destOrd="0" presId="urn:microsoft.com/office/officeart/2005/8/layout/cycle8"/>
    <dgm:cxn modelId="{7A5F9E11-F8C2-42F6-A118-1C13C1A7B519}" type="presOf" srcId="{68FC70E9-7691-49E6-A45E-F65115A87015}" destId="{3CEF0E0E-5C4B-4C89-A1FD-62C31F773C78}" srcOrd="1" destOrd="0" presId="urn:microsoft.com/office/officeart/2005/8/layout/cycle8"/>
    <dgm:cxn modelId="{B4FBA92A-2EAB-44B9-99A2-2727D9A7BC20}" type="presOf" srcId="{8CA4DBD1-B67C-46EE-97E7-096FCC3BC660}" destId="{0B22BF68-8B80-4E60-A263-E1D909F8937F}" srcOrd="0" destOrd="0" presId="urn:microsoft.com/office/officeart/2005/8/layout/cycle8"/>
    <dgm:cxn modelId="{378DBF30-7330-4F90-9226-4C6CFFED1203}" srcId="{F79019A4-6698-4002-9B3E-D51BC7B8F956}" destId="{3AC976FC-BE55-4438-B166-908F4AF3615A}" srcOrd="6" destOrd="0" parTransId="{31124695-96AB-4427-B89A-BA3E9695AF03}" sibTransId="{DACA1360-738F-421B-B656-23FCB576D446}"/>
    <dgm:cxn modelId="{16926431-5306-45B7-955F-997F2300FAC7}" srcId="{F79019A4-6698-4002-9B3E-D51BC7B8F956}" destId="{68FC70E9-7691-49E6-A45E-F65115A87015}" srcOrd="1" destOrd="0" parTransId="{AF93949C-378C-4EF3-BFF3-112C4A68AC4D}" sibTransId="{6A71C576-0227-400D-B4FF-EBA36401F7B6}"/>
    <dgm:cxn modelId="{BAD6A164-58DF-40D1-86C0-653ABE996762}" type="presOf" srcId="{8CA4DBD1-B67C-46EE-97E7-096FCC3BC660}" destId="{57C4C4A4-495C-4D7F-91A0-EE36A0D81A18}" srcOrd="1" destOrd="0" presId="urn:microsoft.com/office/officeart/2005/8/layout/cycle8"/>
    <dgm:cxn modelId="{D8269375-29D7-4109-856B-A32C551A18A0}" type="presOf" srcId="{CB4A4BE6-F30E-44F8-8948-EACBD429C2E4}" destId="{4D1C91FE-8C15-432C-86C0-F0BB40F264FD}" srcOrd="0" destOrd="0" presId="urn:microsoft.com/office/officeart/2005/8/layout/cycle8"/>
    <dgm:cxn modelId="{05FE0A87-F20B-458C-9410-2811AD34C52F}" type="presOf" srcId="{B769988E-E716-465D-A9AB-667E6AC2C61A}" destId="{9033B406-4393-44E9-8EF5-D9463E2C431C}" srcOrd="0" destOrd="0" presId="urn:microsoft.com/office/officeart/2005/8/layout/cycle8"/>
    <dgm:cxn modelId="{67CDCD87-B95E-4662-B9D6-F5CD8941F604}" srcId="{F79019A4-6698-4002-9B3E-D51BC7B8F956}" destId="{52136C76-682C-4647-AEA4-7CE500AB8348}" srcOrd="4" destOrd="0" parTransId="{54B56DDF-5794-4036-8492-1435A0EB4BF0}" sibTransId="{010C7D42-7D38-4416-A3D0-A94DA95702A3}"/>
    <dgm:cxn modelId="{42909B88-9665-4F3B-911D-F66C1943343C}" type="presOf" srcId="{B769988E-E716-465D-A9AB-667E6AC2C61A}" destId="{E6E0D14A-4747-4E0E-9794-41D915B84772}" srcOrd="1" destOrd="0" presId="urn:microsoft.com/office/officeart/2005/8/layout/cycle8"/>
    <dgm:cxn modelId="{D5266B92-DEF0-4E3B-B2B8-026815F34FED}" type="presOf" srcId="{52136C76-682C-4647-AEA4-7CE500AB8348}" destId="{7C30B428-601E-460E-BD61-385038002F34}" srcOrd="1" destOrd="0" presId="urn:microsoft.com/office/officeart/2005/8/layout/cycle8"/>
    <dgm:cxn modelId="{660181BB-D401-41E9-AC08-B3692E1B5F3D}" type="presOf" srcId="{F79019A4-6698-4002-9B3E-D51BC7B8F956}" destId="{4CD05D26-E7A0-4173-A740-946EC10B6F35}" srcOrd="0" destOrd="0" presId="urn:microsoft.com/office/officeart/2005/8/layout/cycle8"/>
    <dgm:cxn modelId="{30DAF5C2-FDFD-4C24-912C-905D89BFD905}" srcId="{F79019A4-6698-4002-9B3E-D51BC7B8F956}" destId="{D2CB0BD0-4E12-4292-A6FF-D1762CB720B6}" srcOrd="0" destOrd="0" parTransId="{8E767930-6AC5-4FF5-B92B-09FE99ADA22B}" sibTransId="{2AF7F618-1F8E-47BF-98D6-0B86B783C6E5}"/>
    <dgm:cxn modelId="{01F818CD-0C73-423C-A3EA-2A6CDC803F39}" type="presOf" srcId="{3AC976FC-BE55-4438-B166-908F4AF3615A}" destId="{9897EB02-D3EC-40B9-B0CE-AA3F2C124606}" srcOrd="0" destOrd="0" presId="urn:microsoft.com/office/officeart/2005/8/layout/cycle8"/>
    <dgm:cxn modelId="{379369DD-5F5A-4FF1-8C50-59A4E7F39B4D}" type="presOf" srcId="{D2CB0BD0-4E12-4292-A6FF-D1762CB720B6}" destId="{0C3A482E-79C3-4BEB-AB54-4CEAF804D5DA}" srcOrd="1" destOrd="0" presId="urn:microsoft.com/office/officeart/2005/8/layout/cycle8"/>
    <dgm:cxn modelId="{C54972DE-8180-46E4-8F24-3BF16DCF5D04}" type="presOf" srcId="{CB4A4BE6-F30E-44F8-8948-EACBD429C2E4}" destId="{19B2A61B-BA3B-4580-93E7-2CB0395DEF4F}" srcOrd="1" destOrd="0" presId="urn:microsoft.com/office/officeart/2005/8/layout/cycle8"/>
    <dgm:cxn modelId="{40A9FFE2-79FF-40F0-8AE1-B5B9D2212A87}" type="presOf" srcId="{52136C76-682C-4647-AEA4-7CE500AB8348}" destId="{2153123F-A73C-4DBE-86F7-9A2141495338}" srcOrd="0" destOrd="0" presId="urn:microsoft.com/office/officeart/2005/8/layout/cycle8"/>
    <dgm:cxn modelId="{A96074E5-696D-467A-BD93-A7444C2324C9}" type="presOf" srcId="{3AC976FC-BE55-4438-B166-908F4AF3615A}" destId="{97F87AF3-AD3F-438D-ACC9-2C7FF8E6C40B}" srcOrd="1" destOrd="0" presId="urn:microsoft.com/office/officeart/2005/8/layout/cycle8"/>
    <dgm:cxn modelId="{252BD1F0-CB3A-4894-8E61-C2248FFF11A7}" srcId="{F79019A4-6698-4002-9B3E-D51BC7B8F956}" destId="{8CA4DBD1-B67C-46EE-97E7-096FCC3BC660}" srcOrd="5" destOrd="0" parTransId="{09B7D41C-7817-4B6C-B5C4-45B652816311}" sibTransId="{5892EDF4-AF11-479B-BD0D-29EF92D33570}"/>
    <dgm:cxn modelId="{F6516DF9-D7C9-4BE4-B3E9-ACF1D9AE0F97}" type="presOf" srcId="{68FC70E9-7691-49E6-A45E-F65115A87015}" destId="{F2279367-347E-4D70-A610-289F0D0D7704}" srcOrd="0" destOrd="0" presId="urn:microsoft.com/office/officeart/2005/8/layout/cycle8"/>
    <dgm:cxn modelId="{49AD55FC-A90D-4D77-A797-93AB7A4BFAF6}" srcId="{F79019A4-6698-4002-9B3E-D51BC7B8F956}" destId="{B769988E-E716-465D-A9AB-667E6AC2C61A}" srcOrd="2" destOrd="0" parTransId="{B0D04BC4-6ADE-45D8-B166-56BD8239545E}" sibTransId="{AE9509D3-B6E5-43D6-AE7C-8A5D54BE9BCA}"/>
    <dgm:cxn modelId="{032BA72A-30E1-4E7D-A91F-9223B83184CD}" type="presParOf" srcId="{4CD05D26-E7A0-4173-A740-946EC10B6F35}" destId="{8739BCB5-329C-4D25-9DD6-9F482ADC70DB}" srcOrd="0" destOrd="0" presId="urn:microsoft.com/office/officeart/2005/8/layout/cycle8"/>
    <dgm:cxn modelId="{7A4042E3-5CED-4B33-A284-CDC13A2DEA01}" type="presParOf" srcId="{4CD05D26-E7A0-4173-A740-946EC10B6F35}" destId="{CA4AEB69-F418-4734-B11D-2DB5D6DF3B6C}" srcOrd="1" destOrd="0" presId="urn:microsoft.com/office/officeart/2005/8/layout/cycle8"/>
    <dgm:cxn modelId="{A308AD7D-17A0-4687-B244-1E4D3DA05E55}" type="presParOf" srcId="{4CD05D26-E7A0-4173-A740-946EC10B6F35}" destId="{E8BCD275-860A-4A00-A077-6E2F8FA12B00}" srcOrd="2" destOrd="0" presId="urn:microsoft.com/office/officeart/2005/8/layout/cycle8"/>
    <dgm:cxn modelId="{5B3713D9-998D-4FD8-9ED5-9EC6C681F882}" type="presParOf" srcId="{4CD05D26-E7A0-4173-A740-946EC10B6F35}" destId="{0C3A482E-79C3-4BEB-AB54-4CEAF804D5DA}" srcOrd="3" destOrd="0" presId="urn:microsoft.com/office/officeart/2005/8/layout/cycle8"/>
    <dgm:cxn modelId="{876160D5-87F7-4744-8A8B-5D765BF27507}" type="presParOf" srcId="{4CD05D26-E7A0-4173-A740-946EC10B6F35}" destId="{F2279367-347E-4D70-A610-289F0D0D7704}" srcOrd="4" destOrd="0" presId="urn:microsoft.com/office/officeart/2005/8/layout/cycle8"/>
    <dgm:cxn modelId="{AFEF6D45-E492-4657-A6FD-6C795FE6CA9B}" type="presParOf" srcId="{4CD05D26-E7A0-4173-A740-946EC10B6F35}" destId="{B167CBB6-46D2-4CB9-AE57-D5D215B75D83}" srcOrd="5" destOrd="0" presId="urn:microsoft.com/office/officeart/2005/8/layout/cycle8"/>
    <dgm:cxn modelId="{73DBB7BE-A884-4DFF-8483-BFC568423736}" type="presParOf" srcId="{4CD05D26-E7A0-4173-A740-946EC10B6F35}" destId="{D76EF7BA-6288-4B29-B26B-A5128B25E44C}" srcOrd="6" destOrd="0" presId="urn:microsoft.com/office/officeart/2005/8/layout/cycle8"/>
    <dgm:cxn modelId="{600937C8-C2FD-4B8D-9FEC-5C62C2D1078E}" type="presParOf" srcId="{4CD05D26-E7A0-4173-A740-946EC10B6F35}" destId="{3CEF0E0E-5C4B-4C89-A1FD-62C31F773C78}" srcOrd="7" destOrd="0" presId="urn:microsoft.com/office/officeart/2005/8/layout/cycle8"/>
    <dgm:cxn modelId="{22FFA217-04BC-4570-BC16-B7213A5BC37D}" type="presParOf" srcId="{4CD05D26-E7A0-4173-A740-946EC10B6F35}" destId="{9033B406-4393-44E9-8EF5-D9463E2C431C}" srcOrd="8" destOrd="0" presId="urn:microsoft.com/office/officeart/2005/8/layout/cycle8"/>
    <dgm:cxn modelId="{5FF56630-2EDA-4A90-B82B-EAA2A37D60D2}" type="presParOf" srcId="{4CD05D26-E7A0-4173-A740-946EC10B6F35}" destId="{444831D4-9F38-4BDD-AF89-CA55D2E66C2D}" srcOrd="9" destOrd="0" presId="urn:microsoft.com/office/officeart/2005/8/layout/cycle8"/>
    <dgm:cxn modelId="{715EE65B-7240-4371-AAEC-3B9136D517F8}" type="presParOf" srcId="{4CD05D26-E7A0-4173-A740-946EC10B6F35}" destId="{AE7B7589-A7A9-4E0D-8D5B-95ABC798B6D7}" srcOrd="10" destOrd="0" presId="urn:microsoft.com/office/officeart/2005/8/layout/cycle8"/>
    <dgm:cxn modelId="{E27158C6-23C7-41D2-B140-367FF23CD033}" type="presParOf" srcId="{4CD05D26-E7A0-4173-A740-946EC10B6F35}" destId="{E6E0D14A-4747-4E0E-9794-41D915B84772}" srcOrd="11" destOrd="0" presId="urn:microsoft.com/office/officeart/2005/8/layout/cycle8"/>
    <dgm:cxn modelId="{2BB29DBA-19B2-43C6-AF6F-D91CE1707459}" type="presParOf" srcId="{4CD05D26-E7A0-4173-A740-946EC10B6F35}" destId="{4D1C91FE-8C15-432C-86C0-F0BB40F264FD}" srcOrd="12" destOrd="0" presId="urn:microsoft.com/office/officeart/2005/8/layout/cycle8"/>
    <dgm:cxn modelId="{08019911-8020-456D-9B87-EADFDBB42082}" type="presParOf" srcId="{4CD05D26-E7A0-4173-A740-946EC10B6F35}" destId="{B0CB853C-91BF-4CFC-81AC-DC9CE8C47064}" srcOrd="13" destOrd="0" presId="urn:microsoft.com/office/officeart/2005/8/layout/cycle8"/>
    <dgm:cxn modelId="{2DEC68D3-0496-4058-AC2E-3E42CBA3BA2F}" type="presParOf" srcId="{4CD05D26-E7A0-4173-A740-946EC10B6F35}" destId="{83434195-0373-4DE8-98E8-F41F68FB861C}" srcOrd="14" destOrd="0" presId="urn:microsoft.com/office/officeart/2005/8/layout/cycle8"/>
    <dgm:cxn modelId="{858D97C8-A52C-42E6-AFF8-13A52F2415DB}" type="presParOf" srcId="{4CD05D26-E7A0-4173-A740-946EC10B6F35}" destId="{19B2A61B-BA3B-4580-93E7-2CB0395DEF4F}" srcOrd="15" destOrd="0" presId="urn:microsoft.com/office/officeart/2005/8/layout/cycle8"/>
    <dgm:cxn modelId="{B86139A6-8430-4545-B02A-C3CEF0A4244F}" type="presParOf" srcId="{4CD05D26-E7A0-4173-A740-946EC10B6F35}" destId="{2153123F-A73C-4DBE-86F7-9A2141495338}" srcOrd="16" destOrd="0" presId="urn:microsoft.com/office/officeart/2005/8/layout/cycle8"/>
    <dgm:cxn modelId="{10BE61CA-C9AC-4440-B473-6F4D2E4B4427}" type="presParOf" srcId="{4CD05D26-E7A0-4173-A740-946EC10B6F35}" destId="{C5BD1416-23D7-4E91-8D01-555C308FCFB3}" srcOrd="17" destOrd="0" presId="urn:microsoft.com/office/officeart/2005/8/layout/cycle8"/>
    <dgm:cxn modelId="{9DAF5CF8-EE66-46BC-A274-A9F623A87DC1}" type="presParOf" srcId="{4CD05D26-E7A0-4173-A740-946EC10B6F35}" destId="{C17EE26A-D4D3-40B6-9235-DBEFA7A90D90}" srcOrd="18" destOrd="0" presId="urn:microsoft.com/office/officeart/2005/8/layout/cycle8"/>
    <dgm:cxn modelId="{DAC38A9B-3B8D-4F1F-BE47-4528C7390A71}" type="presParOf" srcId="{4CD05D26-E7A0-4173-A740-946EC10B6F35}" destId="{7C30B428-601E-460E-BD61-385038002F34}" srcOrd="19" destOrd="0" presId="urn:microsoft.com/office/officeart/2005/8/layout/cycle8"/>
    <dgm:cxn modelId="{99224082-C9BA-461A-8103-19D87BB618DD}" type="presParOf" srcId="{4CD05D26-E7A0-4173-A740-946EC10B6F35}" destId="{0B22BF68-8B80-4E60-A263-E1D909F8937F}" srcOrd="20" destOrd="0" presId="urn:microsoft.com/office/officeart/2005/8/layout/cycle8"/>
    <dgm:cxn modelId="{0A6C5537-1569-4358-BBC7-8AE47D462044}" type="presParOf" srcId="{4CD05D26-E7A0-4173-A740-946EC10B6F35}" destId="{187A3A1B-CEF4-4721-9426-E4C52536EEAE}" srcOrd="21" destOrd="0" presId="urn:microsoft.com/office/officeart/2005/8/layout/cycle8"/>
    <dgm:cxn modelId="{248F0620-C00F-491C-A29D-9392C8A494B5}" type="presParOf" srcId="{4CD05D26-E7A0-4173-A740-946EC10B6F35}" destId="{A7B1081E-1251-4254-9513-BFBDF42ECA8D}" srcOrd="22" destOrd="0" presId="urn:microsoft.com/office/officeart/2005/8/layout/cycle8"/>
    <dgm:cxn modelId="{F8BCFC40-6C10-4509-82C9-CA7822F0F199}" type="presParOf" srcId="{4CD05D26-E7A0-4173-A740-946EC10B6F35}" destId="{57C4C4A4-495C-4D7F-91A0-EE36A0D81A18}" srcOrd="23" destOrd="0" presId="urn:microsoft.com/office/officeart/2005/8/layout/cycle8"/>
    <dgm:cxn modelId="{A011522A-CBFA-46AC-9D63-B54B896A4169}" type="presParOf" srcId="{4CD05D26-E7A0-4173-A740-946EC10B6F35}" destId="{9897EB02-D3EC-40B9-B0CE-AA3F2C124606}" srcOrd="24" destOrd="0" presId="urn:microsoft.com/office/officeart/2005/8/layout/cycle8"/>
    <dgm:cxn modelId="{398DFE29-DFDF-42F2-B26F-4FE60DA26349}" type="presParOf" srcId="{4CD05D26-E7A0-4173-A740-946EC10B6F35}" destId="{94130FA6-433F-41D9-94F2-73E02D0F8330}" srcOrd="25" destOrd="0" presId="urn:microsoft.com/office/officeart/2005/8/layout/cycle8"/>
    <dgm:cxn modelId="{9FCCAD78-E9A4-4E63-8A01-C5328171264E}" type="presParOf" srcId="{4CD05D26-E7A0-4173-A740-946EC10B6F35}" destId="{8AF7BB49-3398-4DEA-A0F6-F1C4EEFEDE6B}" srcOrd="26" destOrd="0" presId="urn:microsoft.com/office/officeart/2005/8/layout/cycle8"/>
    <dgm:cxn modelId="{4748F946-7950-4857-A6B0-99AF81C7D51B}" type="presParOf" srcId="{4CD05D26-E7A0-4173-A740-946EC10B6F35}" destId="{97F87AF3-AD3F-438D-ACC9-2C7FF8E6C40B}" srcOrd="27" destOrd="0" presId="urn:microsoft.com/office/officeart/2005/8/layout/cycle8"/>
    <dgm:cxn modelId="{B81B8349-5DA2-4B75-A790-D777FCAC7842}" type="presParOf" srcId="{4CD05D26-E7A0-4173-A740-946EC10B6F35}" destId="{331D3E06-E0D3-43D8-9947-2006A0771530}" srcOrd="28" destOrd="0" presId="urn:microsoft.com/office/officeart/2005/8/layout/cycle8"/>
    <dgm:cxn modelId="{D36E573D-6B80-49CD-BF9A-3CBB668641A2}" type="presParOf" srcId="{4CD05D26-E7A0-4173-A740-946EC10B6F35}" destId="{DA67EC56-F7B3-42BD-9E21-74BD30FE7180}" srcOrd="29" destOrd="0" presId="urn:microsoft.com/office/officeart/2005/8/layout/cycle8"/>
    <dgm:cxn modelId="{97C9E778-8B36-451D-A6CF-3A51C907D732}" type="presParOf" srcId="{4CD05D26-E7A0-4173-A740-946EC10B6F35}" destId="{6F6DF62C-4B94-4F3E-BF7A-4F8AB6E3F6AB}" srcOrd="30" destOrd="0" presId="urn:microsoft.com/office/officeart/2005/8/layout/cycle8"/>
    <dgm:cxn modelId="{7EE6FDCF-891C-47C8-AEB3-185CC53FA6CB}" type="presParOf" srcId="{4CD05D26-E7A0-4173-A740-946EC10B6F35}" destId="{8923A0A6-5141-4154-AD1E-6EDFA5C04CA4}" srcOrd="31" destOrd="0" presId="urn:microsoft.com/office/officeart/2005/8/layout/cycle8"/>
    <dgm:cxn modelId="{9FF2834D-FE0A-47AF-99D1-A789C4DFA31A}" type="presParOf" srcId="{4CD05D26-E7A0-4173-A740-946EC10B6F35}" destId="{25AF6605-A3C9-4006-AE33-E08ED2940EF5}" srcOrd="32" destOrd="0" presId="urn:microsoft.com/office/officeart/2005/8/layout/cycle8"/>
    <dgm:cxn modelId="{4434178C-F227-4184-82E1-5887D9A8CA6A}" type="presParOf" srcId="{4CD05D26-E7A0-4173-A740-946EC10B6F35}" destId="{F37FFE7E-FEF8-47BF-AADC-D6D8A7D118E8}" srcOrd="33" destOrd="0" presId="urn:microsoft.com/office/officeart/2005/8/layout/cycle8"/>
    <dgm:cxn modelId="{49D89DBB-9A10-4D17-BB91-D6E44D63DCDC}" type="presParOf" srcId="{4CD05D26-E7A0-4173-A740-946EC10B6F35}" destId="{E9BF5513-560E-4507-ACD8-DAE9FDF88197}" srcOrd="3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EE8DE8-8A93-4B21-B63D-904934D2633F}">
      <dsp:nvSpPr>
        <dsp:cNvPr id="0" name=""/>
        <dsp:cNvSpPr/>
      </dsp:nvSpPr>
      <dsp:spPr>
        <a:xfrm>
          <a:off x="0" y="908268"/>
          <a:ext cx="6245265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EDB0E0-60FD-491F-950B-AC6A3463F247}">
      <dsp:nvSpPr>
        <dsp:cNvPr id="0" name=""/>
        <dsp:cNvSpPr/>
      </dsp:nvSpPr>
      <dsp:spPr>
        <a:xfrm>
          <a:off x="507233" y="1285549"/>
          <a:ext cx="922242" cy="9222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84118D-3BA6-4484-B427-BD80BE32CCAC}">
      <dsp:nvSpPr>
        <dsp:cNvPr id="0" name=""/>
        <dsp:cNvSpPr/>
      </dsp:nvSpPr>
      <dsp:spPr>
        <a:xfrm>
          <a:off x="1936708" y="908268"/>
          <a:ext cx="4308556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/>
            <a:t>Objetos: Jogo, Jogador, Peça, Tabuleiro</a:t>
          </a:r>
          <a:endParaRPr lang="en-US" sz="2500" kern="1200"/>
        </a:p>
      </dsp:txBody>
      <dsp:txXfrm>
        <a:off x="1936708" y="908268"/>
        <a:ext cx="4308556" cy="1676804"/>
      </dsp:txXfrm>
    </dsp:sp>
    <dsp:sp modelId="{2C0466D8-2C81-40A6-B91A-D80CD70C1FBE}">
      <dsp:nvSpPr>
        <dsp:cNvPr id="0" name=""/>
        <dsp:cNvSpPr/>
      </dsp:nvSpPr>
      <dsp:spPr>
        <a:xfrm>
          <a:off x="0" y="3004274"/>
          <a:ext cx="6245265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2C2B11-3837-47E2-AEA8-EC2AA0C4F359}">
      <dsp:nvSpPr>
        <dsp:cNvPr id="0" name=""/>
        <dsp:cNvSpPr/>
      </dsp:nvSpPr>
      <dsp:spPr>
        <a:xfrm>
          <a:off x="507233" y="3381554"/>
          <a:ext cx="922242" cy="9222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EE29D2-E72D-425A-A0BA-57F8E2212124}">
      <dsp:nvSpPr>
        <dsp:cNvPr id="0" name=""/>
        <dsp:cNvSpPr/>
      </dsp:nvSpPr>
      <dsp:spPr>
        <a:xfrm>
          <a:off x="1936708" y="3004274"/>
          <a:ext cx="4308556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/>
            <a:t>Ações: mover, validar, alternar turno</a:t>
          </a:r>
          <a:endParaRPr lang="en-US" sz="2500" kern="1200"/>
        </a:p>
      </dsp:txBody>
      <dsp:txXfrm>
        <a:off x="1936708" y="3004274"/>
        <a:ext cx="4308556" cy="16768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05E549-A2E3-4232-A19D-A884007B2C4A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900" kern="1200"/>
            <a:t>Java + JavaFX </a:t>
          </a:r>
          <a:endParaRPr lang="en-US" sz="3900" kern="1200"/>
        </a:p>
      </dsp:txBody>
      <dsp:txXfrm>
        <a:off x="0" y="39687"/>
        <a:ext cx="3286125" cy="1971675"/>
      </dsp:txXfrm>
    </dsp:sp>
    <dsp:sp modelId="{BF72C20D-D767-4ED9-A947-0BCA34886056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900" kern="1200"/>
            <a:t>Interface simples e intuitiva </a:t>
          </a:r>
          <a:endParaRPr lang="en-US" sz="3900" kern="1200"/>
        </a:p>
      </dsp:txBody>
      <dsp:txXfrm>
        <a:off x="3614737" y="39687"/>
        <a:ext cx="3286125" cy="1971675"/>
      </dsp:txXfrm>
    </dsp:sp>
    <dsp:sp modelId="{373F461B-E9A3-4D8C-9F6A-76E79C3C75A4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900" kern="1200"/>
            <a:t>Resposta rápida </a:t>
          </a:r>
          <a:endParaRPr lang="en-US" sz="3900" kern="1200"/>
        </a:p>
      </dsp:txBody>
      <dsp:txXfrm>
        <a:off x="7229475" y="39687"/>
        <a:ext cx="3286125" cy="1971675"/>
      </dsp:txXfrm>
    </dsp:sp>
    <dsp:sp modelId="{88061085-62C8-471C-AA67-65753B480ACF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900" kern="1200"/>
            <a:t>Compatível com OpenJDK </a:t>
          </a:r>
          <a:endParaRPr lang="en-US" sz="3900" kern="1200"/>
        </a:p>
      </dsp:txBody>
      <dsp:txXfrm>
        <a:off x="1807368" y="2339975"/>
        <a:ext cx="3286125" cy="1971675"/>
      </dsp:txXfrm>
    </dsp:sp>
    <dsp:sp modelId="{4900699E-65CA-463D-9C40-CBF797E1CFEF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900" kern="1200"/>
            <a:t>Uso de Git</a:t>
          </a:r>
          <a:endParaRPr lang="en-US" sz="3900" kern="1200"/>
        </a:p>
      </dsp:txBody>
      <dsp:txXfrm>
        <a:off x="5422106" y="2339975"/>
        <a:ext cx="3286125" cy="1971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39BCB5-329C-4D25-9DD6-9F482ADC70DB}">
      <dsp:nvSpPr>
        <dsp:cNvPr id="0" name=""/>
        <dsp:cNvSpPr/>
      </dsp:nvSpPr>
      <dsp:spPr>
        <a:xfrm>
          <a:off x="2870719" y="268046"/>
          <a:ext cx="3691128" cy="3691128"/>
        </a:xfrm>
        <a:prstGeom prst="pie">
          <a:avLst>
            <a:gd name="adj1" fmla="val 16200000"/>
            <a:gd name="adj2" fmla="val 19285716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Iniciar jogo </a:t>
          </a:r>
          <a:endParaRPr lang="en-US" sz="1300" kern="1200"/>
        </a:p>
      </dsp:txBody>
      <dsp:txXfrm>
        <a:off x="4809879" y="610793"/>
        <a:ext cx="878840" cy="703072"/>
      </dsp:txXfrm>
    </dsp:sp>
    <dsp:sp modelId="{F2279367-347E-4D70-A610-289F0D0D7704}">
      <dsp:nvSpPr>
        <dsp:cNvPr id="0" name=""/>
        <dsp:cNvSpPr/>
      </dsp:nvSpPr>
      <dsp:spPr>
        <a:xfrm>
          <a:off x="2918176" y="327367"/>
          <a:ext cx="3691128" cy="3691128"/>
        </a:xfrm>
        <a:prstGeom prst="pie">
          <a:avLst>
            <a:gd name="adj1" fmla="val 19285716"/>
            <a:gd name="adj2" fmla="val 771428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Jogador seleciona peça </a:t>
          </a:r>
          <a:endParaRPr lang="en-US" sz="1300" kern="1200"/>
        </a:p>
      </dsp:txBody>
      <dsp:txXfrm>
        <a:off x="5425067" y="1665401"/>
        <a:ext cx="1010666" cy="615188"/>
      </dsp:txXfrm>
    </dsp:sp>
    <dsp:sp modelId="{9033B406-4393-44E9-8EF5-D9463E2C431C}">
      <dsp:nvSpPr>
        <dsp:cNvPr id="0" name=""/>
        <dsp:cNvSpPr/>
      </dsp:nvSpPr>
      <dsp:spPr>
        <a:xfrm>
          <a:off x="2901039" y="402069"/>
          <a:ext cx="3691128" cy="3691128"/>
        </a:xfrm>
        <a:prstGeom prst="pie">
          <a:avLst>
            <a:gd name="adj1" fmla="val 771428"/>
            <a:gd name="adj2" fmla="val 3857143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Validar movimento </a:t>
          </a:r>
          <a:endParaRPr lang="en-US" sz="1300" kern="1200"/>
        </a:p>
      </dsp:txBody>
      <dsp:txXfrm>
        <a:off x="5271270" y="2588183"/>
        <a:ext cx="878840" cy="681101"/>
      </dsp:txXfrm>
    </dsp:sp>
    <dsp:sp modelId="{4D1C91FE-8C15-432C-86C0-F0BB40F264FD}">
      <dsp:nvSpPr>
        <dsp:cNvPr id="0" name=""/>
        <dsp:cNvSpPr/>
      </dsp:nvSpPr>
      <dsp:spPr>
        <a:xfrm>
          <a:off x="2832489" y="435025"/>
          <a:ext cx="3691128" cy="3691128"/>
        </a:xfrm>
        <a:prstGeom prst="pie">
          <a:avLst>
            <a:gd name="adj1" fmla="val 3857226"/>
            <a:gd name="adj2" fmla="val 6942858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Atualizar tabuleiro </a:t>
          </a:r>
          <a:endParaRPr lang="en-US" sz="1300" kern="1200"/>
        </a:p>
      </dsp:txBody>
      <dsp:txXfrm>
        <a:off x="4249619" y="3335197"/>
        <a:ext cx="856869" cy="615188"/>
      </dsp:txXfrm>
    </dsp:sp>
    <dsp:sp modelId="{2153123F-A73C-4DBE-86F7-9A2141495338}">
      <dsp:nvSpPr>
        <dsp:cNvPr id="0" name=""/>
        <dsp:cNvSpPr/>
      </dsp:nvSpPr>
      <dsp:spPr>
        <a:xfrm>
          <a:off x="2763939" y="402069"/>
          <a:ext cx="3691128" cy="3691128"/>
        </a:xfrm>
        <a:prstGeom prst="pie">
          <a:avLst>
            <a:gd name="adj1" fmla="val 6942858"/>
            <a:gd name="adj2" fmla="val 10028574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Enviar jogada (rede) </a:t>
          </a:r>
          <a:endParaRPr lang="en-US" sz="1300" kern="1200"/>
        </a:p>
      </dsp:txBody>
      <dsp:txXfrm>
        <a:off x="3205996" y="2588183"/>
        <a:ext cx="878840" cy="681101"/>
      </dsp:txXfrm>
    </dsp:sp>
    <dsp:sp modelId="{0B22BF68-8B80-4E60-A263-E1D909F8937F}">
      <dsp:nvSpPr>
        <dsp:cNvPr id="0" name=""/>
        <dsp:cNvSpPr/>
      </dsp:nvSpPr>
      <dsp:spPr>
        <a:xfrm>
          <a:off x="2746802" y="327367"/>
          <a:ext cx="3691128" cy="3691128"/>
        </a:xfrm>
        <a:prstGeom prst="pie">
          <a:avLst>
            <a:gd name="adj1" fmla="val 10028574"/>
            <a:gd name="adj2" fmla="val 13114284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Verificar vitória </a:t>
          </a:r>
          <a:endParaRPr lang="en-US" sz="1300" kern="1200"/>
        </a:p>
      </dsp:txBody>
      <dsp:txXfrm>
        <a:off x="2920373" y="1665401"/>
        <a:ext cx="1010666" cy="615188"/>
      </dsp:txXfrm>
    </dsp:sp>
    <dsp:sp modelId="{9897EB02-D3EC-40B9-B0CE-AA3F2C124606}">
      <dsp:nvSpPr>
        <dsp:cNvPr id="0" name=""/>
        <dsp:cNvSpPr/>
      </dsp:nvSpPr>
      <dsp:spPr>
        <a:xfrm>
          <a:off x="2794259" y="268046"/>
          <a:ext cx="3691128" cy="3691128"/>
        </a:xfrm>
        <a:prstGeom prst="pie">
          <a:avLst>
            <a:gd name="adj1" fmla="val 13114284"/>
            <a:gd name="adj2" fmla="val 1620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/>
            <a:t>Alternar turno </a:t>
          </a:r>
          <a:endParaRPr lang="en-US" sz="1300" kern="1200"/>
        </a:p>
      </dsp:txBody>
      <dsp:txXfrm>
        <a:off x="3667387" y="610793"/>
        <a:ext cx="878840" cy="703072"/>
      </dsp:txXfrm>
    </dsp:sp>
    <dsp:sp modelId="{331D3E06-E0D3-43D8-9947-2006A0771530}">
      <dsp:nvSpPr>
        <dsp:cNvPr id="0" name=""/>
        <dsp:cNvSpPr/>
      </dsp:nvSpPr>
      <dsp:spPr>
        <a:xfrm>
          <a:off x="2642036" y="39547"/>
          <a:ext cx="4148124" cy="4148124"/>
        </a:xfrm>
        <a:prstGeom prst="circularArrow">
          <a:avLst>
            <a:gd name="adj1" fmla="val 5085"/>
            <a:gd name="adj2" fmla="val 327528"/>
            <a:gd name="adj3" fmla="val 18957827"/>
            <a:gd name="adj4" fmla="val 16200343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67EC56-F7B3-42BD-9E21-74BD30FE7180}">
      <dsp:nvSpPr>
        <dsp:cNvPr id="0" name=""/>
        <dsp:cNvSpPr/>
      </dsp:nvSpPr>
      <dsp:spPr>
        <a:xfrm>
          <a:off x="2689792" y="99132"/>
          <a:ext cx="4148124" cy="4148124"/>
        </a:xfrm>
        <a:prstGeom prst="circularArrow">
          <a:avLst>
            <a:gd name="adj1" fmla="val 5085"/>
            <a:gd name="adj2" fmla="val 327528"/>
            <a:gd name="adj3" fmla="val 443744"/>
            <a:gd name="adj4" fmla="val 19285776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6DF62C-4B94-4F3E-BF7A-4F8AB6E3F6AB}">
      <dsp:nvSpPr>
        <dsp:cNvPr id="0" name=""/>
        <dsp:cNvSpPr/>
      </dsp:nvSpPr>
      <dsp:spPr>
        <a:xfrm>
          <a:off x="2672594" y="173660"/>
          <a:ext cx="4148124" cy="4148124"/>
        </a:xfrm>
        <a:prstGeom prst="circularArrow">
          <a:avLst>
            <a:gd name="adj1" fmla="val 5085"/>
            <a:gd name="adj2" fmla="val 327528"/>
            <a:gd name="adj3" fmla="val 3529100"/>
            <a:gd name="adj4" fmla="val 770764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23A0A6-5141-4154-AD1E-6EDFA5C04CA4}">
      <dsp:nvSpPr>
        <dsp:cNvPr id="0" name=""/>
        <dsp:cNvSpPr/>
      </dsp:nvSpPr>
      <dsp:spPr>
        <a:xfrm>
          <a:off x="2603991" y="206431"/>
          <a:ext cx="4148124" cy="4148124"/>
        </a:xfrm>
        <a:prstGeom prst="circularArrow">
          <a:avLst>
            <a:gd name="adj1" fmla="val 5085"/>
            <a:gd name="adj2" fmla="val 327528"/>
            <a:gd name="adj3" fmla="val 6615046"/>
            <a:gd name="adj4" fmla="val 3857426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AF6605-A3C9-4006-AE33-E08ED2940EF5}">
      <dsp:nvSpPr>
        <dsp:cNvPr id="0" name=""/>
        <dsp:cNvSpPr/>
      </dsp:nvSpPr>
      <dsp:spPr>
        <a:xfrm>
          <a:off x="2535387" y="173660"/>
          <a:ext cx="4148124" cy="4148124"/>
        </a:xfrm>
        <a:prstGeom prst="circularArrow">
          <a:avLst>
            <a:gd name="adj1" fmla="val 5085"/>
            <a:gd name="adj2" fmla="val 327528"/>
            <a:gd name="adj3" fmla="val 9701707"/>
            <a:gd name="adj4" fmla="val 6943371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7FFE7E-FEF8-47BF-AADC-D6D8A7D118E8}">
      <dsp:nvSpPr>
        <dsp:cNvPr id="0" name=""/>
        <dsp:cNvSpPr/>
      </dsp:nvSpPr>
      <dsp:spPr>
        <a:xfrm>
          <a:off x="2518189" y="99132"/>
          <a:ext cx="4148124" cy="4148124"/>
        </a:xfrm>
        <a:prstGeom prst="circularArrow">
          <a:avLst>
            <a:gd name="adj1" fmla="val 5085"/>
            <a:gd name="adj2" fmla="val 327528"/>
            <a:gd name="adj3" fmla="val 12786695"/>
            <a:gd name="adj4" fmla="val 10028727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BF5513-560E-4507-ACD8-DAE9FDF88197}">
      <dsp:nvSpPr>
        <dsp:cNvPr id="0" name=""/>
        <dsp:cNvSpPr/>
      </dsp:nvSpPr>
      <dsp:spPr>
        <a:xfrm>
          <a:off x="2565945" y="39547"/>
          <a:ext cx="4148124" cy="4148124"/>
        </a:xfrm>
        <a:prstGeom prst="circularArrow">
          <a:avLst>
            <a:gd name="adj1" fmla="val 5085"/>
            <a:gd name="adj2" fmla="val 327528"/>
            <a:gd name="adj3" fmla="val 15872129"/>
            <a:gd name="adj4" fmla="val 13114645"/>
            <a:gd name="adj5" fmla="val 5932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Faça clique para editar o estilo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35360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05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14626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6420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6" name="Marcador de Posição de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8" name="Marcador de Posição do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9149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4" name="Marcador de Posição do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5507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9934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8916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0662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42510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51718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31C0BB-DC71-4713-A787-95011EDB8CA8}" type="datetimeFigureOut">
              <a:rPr lang="pt-PT" smtClean="0"/>
              <a:t>31/03/2026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3206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pt-PT" sz="4400" b="1">
                <a:ln w="22225">
                  <a:solidFill>
                    <a:schemeClr val="tx1"/>
                  </a:solidFill>
                  <a:miter lim="800000"/>
                </a:ln>
                <a:ea typeface="+mj-lt"/>
                <a:cs typeface="+mj-lt"/>
              </a:rPr>
              <a:t>Jogo Mu Torere</a:t>
            </a:r>
            <a:r>
              <a:rPr lang="pt-PT" sz="4400">
                <a:ln w="22225">
                  <a:solidFill>
                    <a:schemeClr val="tx1"/>
                  </a:solidFill>
                  <a:miter lim="800000"/>
                </a:ln>
                <a:ea typeface="+mj-lt"/>
                <a:cs typeface="+mj-lt"/>
              </a:rPr>
              <a:t>  </a:t>
            </a:r>
            <a:endParaRPr lang="pt-PT" sz="4400">
              <a:ln w="22225">
                <a:solidFill>
                  <a:schemeClr val="tx1"/>
                </a:solidFill>
                <a:miter lim="800000"/>
              </a:ln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pt-PT" sz="2000">
                <a:latin typeface="Aptos Display"/>
              </a:rPr>
              <a:t>Análise e Estruturação</a:t>
            </a:r>
          </a:p>
          <a:p>
            <a:pPr algn="l"/>
            <a:r>
              <a:rPr lang="pt-PT" sz="2000">
                <a:latin typeface="Aptos Display"/>
              </a:rPr>
              <a:t>Ldp-Patrícia Pereira,22304</a:t>
            </a:r>
          </a:p>
        </p:txBody>
      </p:sp>
      <p:pic>
        <p:nvPicPr>
          <p:cNvPr id="4" name="Imagem 3" descr="Vetores e ilustrações de Maori Pattern para download gratuito | Freepik">
            <a:extLst>
              <a:ext uri="{FF2B5EF4-FFF2-40B4-BE49-F238E27FC236}">
                <a16:creationId xmlns:a16="http://schemas.microsoft.com/office/drawing/2014/main" id="{40E73B66-3B64-40DA-7E49-416ED078AF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27" r="6527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88977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48BE28-8088-F3D9-DBE3-1FD644D49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pt-PT" sz="5600"/>
              <a:t>O que é o MuTorere ?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 descr="El Rincon de Xaugar: Mu Torere">
            <a:extLst>
              <a:ext uri="{FF2B5EF4-FFF2-40B4-BE49-F238E27FC236}">
                <a16:creationId xmlns:a16="http://schemas.microsoft.com/office/drawing/2014/main" id="{87668D37-516A-D870-3570-3288841564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" b="7"/>
          <a:stretch>
            <a:fillRect/>
          </a:stretch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28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B81397D-E5F5-FC1D-AC80-F2A190DA1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7715" y="2990818"/>
            <a:ext cx="4195673" cy="291387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PT" sz="20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Jogo tradicional Māori</a:t>
            </a:r>
            <a:endParaRPr lang="pt-PT" sz="20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pt-PT" sz="20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Tabuleiro com 9 posições</a:t>
            </a:r>
            <a:endParaRPr lang="pt-PT" sz="20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pt-PT" sz="20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2 jogadores, 4 peças cada</a:t>
            </a:r>
            <a:endParaRPr lang="pt-PT" sz="20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pt-PT" sz="20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Objetivo: bloquear o adversário</a:t>
            </a:r>
            <a:endParaRPr lang="pt-PT" sz="2000">
              <a:solidFill>
                <a:schemeClr val="tx1">
                  <a:alpha val="80000"/>
                </a:schemeClr>
              </a:solidFill>
            </a:endParaRPr>
          </a:p>
          <a:p>
            <a:endParaRPr lang="pt-PT" sz="200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32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4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192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 descr="New Zealand Maori Women Girls Wearing Traditional Dress Performing Kapa ...">
            <a:extLst>
              <a:ext uri="{FF2B5EF4-FFF2-40B4-BE49-F238E27FC236}">
                <a16:creationId xmlns:a16="http://schemas.microsoft.com/office/drawing/2014/main" id="{B04BD073-28D2-1073-E88B-17F69A8EB7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4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238EF4-8427-4575-125B-FD95945E2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pt-PT" sz="4000"/>
              <a:t>Origem e Historia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6FDED43-B01A-ABFF-108F-4704CEB12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pt-PT" sz="2000">
                <a:ea typeface="+mn-lt"/>
                <a:cs typeface="+mn-lt"/>
              </a:rPr>
              <a:t>Jogo ancestral da Nova Zelândia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Praticado antes da colonização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Valor cultural importante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Lenda: desafio ao governador Grey</a:t>
            </a:r>
            <a:endParaRPr lang="pt-PT" sz="2000"/>
          </a:p>
          <a:p>
            <a:endParaRPr lang="pt-PT" sz="2000"/>
          </a:p>
        </p:txBody>
      </p:sp>
    </p:spTree>
    <p:extLst>
      <p:ext uri="{BB962C8B-B14F-4D97-AF65-F5344CB8AC3E}">
        <p14:creationId xmlns:p14="http://schemas.microsoft.com/office/powerpoint/2010/main" val="3243105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FB8728-548D-DF62-72EF-974DC001E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pt-PT" sz="4000"/>
              <a:t>Tabuleiro e Componentes</a:t>
            </a:r>
          </a:p>
        </p:txBody>
      </p:sp>
      <p:pic>
        <p:nvPicPr>
          <p:cNvPr id="4" name="Imagem 3" descr="Mu Torere - Apps on Google Play">
            <a:extLst>
              <a:ext uri="{FF2B5EF4-FFF2-40B4-BE49-F238E27FC236}">
                <a16:creationId xmlns:a16="http://schemas.microsoft.com/office/drawing/2014/main" id="{822FA728-6776-1C55-7F81-C171F041EB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08" r="360"/>
          <a:stretch>
            <a:fillRect/>
          </a:stretch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14D7B33-6EFD-44D5-CC2C-3D3D498E56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pt-PT" sz="1800">
                <a:ea typeface="+mn-lt"/>
                <a:cs typeface="+mn-lt"/>
              </a:rPr>
              <a:t>8 posições periféricas (kewai)</a:t>
            </a:r>
            <a:endParaRPr lang="pt-PT" sz="1800"/>
          </a:p>
          <a:p>
            <a:r>
              <a:rPr lang="pt-PT" sz="1800">
                <a:ea typeface="+mn-lt"/>
                <a:cs typeface="+mn-lt"/>
              </a:rPr>
              <a:t>1 posição central (putahi)</a:t>
            </a:r>
            <a:endParaRPr lang="pt-PT" sz="1800"/>
          </a:p>
          <a:p>
            <a:r>
              <a:rPr lang="pt-PT" sz="1800">
                <a:ea typeface="+mn-lt"/>
                <a:cs typeface="+mn-lt"/>
              </a:rPr>
              <a:t>Peças claras e escuras</a:t>
            </a:r>
            <a:endParaRPr lang="pt-PT" sz="1800"/>
          </a:p>
          <a:p>
            <a:endParaRPr lang="pt-PT" sz="1800"/>
          </a:p>
        </p:txBody>
      </p:sp>
    </p:spTree>
    <p:extLst>
      <p:ext uri="{BB962C8B-B14F-4D97-AF65-F5344CB8AC3E}">
        <p14:creationId xmlns:p14="http://schemas.microsoft.com/office/powerpoint/2010/main" val="2460074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4C05E0-A431-356F-74C2-F98CA314D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pt-PT"/>
              <a:t>Regras do Jogo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46C541C-82DD-B978-DE0E-A1A39B737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pt-PT" sz="2000">
                <a:ea typeface="+mn-lt"/>
                <a:cs typeface="+mn-lt"/>
              </a:rPr>
              <a:t>Mover para posição adjacente vazia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Centro só se tocar peça adversária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Não pode saltar peças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Turnos alternados</a:t>
            </a:r>
            <a:endParaRPr lang="pt-PT" sz="2000"/>
          </a:p>
          <a:p>
            <a:r>
              <a:rPr lang="pt-PT" sz="2000">
                <a:ea typeface="+mn-lt"/>
                <a:cs typeface="+mn-lt"/>
              </a:rPr>
              <a:t>Vitória: adversário sem movimentos</a:t>
            </a:r>
            <a:endParaRPr lang="pt-PT" sz="2000"/>
          </a:p>
        </p:txBody>
      </p:sp>
      <p:pic>
        <p:nvPicPr>
          <p:cNvPr id="4" name="Video Project 5">
            <a:hlinkClick r:id="" action="ppaction://media"/>
            <a:extLst>
              <a:ext uri="{FF2B5EF4-FFF2-40B4-BE49-F238E27FC236}">
                <a16:creationId xmlns:a16="http://schemas.microsoft.com/office/drawing/2014/main" id="{19FF65DB-F953-C05E-0CDE-C84E9DE5800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19367" y="2716105"/>
            <a:ext cx="4788505" cy="2693533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97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8B119F-8C01-0D6A-662A-1E47DF164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pt-PT" sz="8000"/>
              <a:t>Analise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Marcador de Posição de Conteúdo 2">
            <a:extLst>
              <a:ext uri="{FF2B5EF4-FFF2-40B4-BE49-F238E27FC236}">
                <a16:creationId xmlns:a16="http://schemas.microsoft.com/office/drawing/2014/main" id="{636CA605-7590-4950-4A38-A8FB1CD1AD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2541457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6456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43505-6958-BD16-0A2C-FDDD14B4F86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9092" r="9085" b="-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59D988-E457-6D5A-D436-DD42EA8FF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PT"/>
              <a:t>Requisitos não funcionais</a:t>
            </a:r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C2D79D26-8E0A-36AA-4078-6C296809B9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31666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4045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924D84CD-5280-4B52-B96E-8EDAA2B20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BC8DD5A-2177-6753-E2F9-C07A00190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1" cy="1696413"/>
          </a:xfrm>
          <a:prstGeom prst="rect">
            <a:avLst/>
          </a:prstGeom>
          <a:ln>
            <a:noFill/>
          </a:ln>
          <a:effectLst>
            <a:outerShdw blurRad="304800" dist="114300" dir="5460000" sx="92000" sy="92000" algn="t" rotWithShape="0">
              <a:srgbClr val="000000">
                <a:alpha val="1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7D07EE-ED39-5670-BBFF-250016A30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01" y="274104"/>
            <a:ext cx="9906199" cy="1157242"/>
          </a:xfrm>
        </p:spPr>
        <p:txBody>
          <a:bodyPr>
            <a:normAutofit/>
          </a:bodyPr>
          <a:lstStyle/>
          <a:p>
            <a:pPr algn="ctr"/>
            <a:r>
              <a:rPr lang="pt-PT" sz="4000"/>
              <a:t>Requisitos Funcionais</a:t>
            </a:r>
          </a:p>
        </p:txBody>
      </p:sp>
      <p:graphicFrame>
        <p:nvGraphicFramePr>
          <p:cNvPr id="11" name="Tabela 5">
            <a:extLst>
              <a:ext uri="{FF2B5EF4-FFF2-40B4-BE49-F238E27FC236}">
                <a16:creationId xmlns:a16="http://schemas.microsoft.com/office/drawing/2014/main" id="{028EFDF2-86B9-92BA-4655-8D06A0604F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6482780"/>
              </p:ext>
            </p:extLst>
          </p:nvPr>
        </p:nvGraphicFramePr>
        <p:xfrm>
          <a:off x="1250830" y="2183833"/>
          <a:ext cx="9690341" cy="37524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26214">
                  <a:extLst>
                    <a:ext uri="{9D8B030D-6E8A-4147-A177-3AD203B41FA5}">
                      <a16:colId xmlns:a16="http://schemas.microsoft.com/office/drawing/2014/main" val="4249209357"/>
                    </a:ext>
                  </a:extLst>
                </a:gridCol>
                <a:gridCol w="3416835">
                  <a:extLst>
                    <a:ext uri="{9D8B030D-6E8A-4147-A177-3AD203B41FA5}">
                      <a16:colId xmlns:a16="http://schemas.microsoft.com/office/drawing/2014/main" val="2338356422"/>
                    </a:ext>
                  </a:extLst>
                </a:gridCol>
                <a:gridCol w="4547292">
                  <a:extLst>
                    <a:ext uri="{9D8B030D-6E8A-4147-A177-3AD203B41FA5}">
                      <a16:colId xmlns:a16="http://schemas.microsoft.com/office/drawing/2014/main" val="824272419"/>
                    </a:ext>
                  </a:extLst>
                </a:gridCol>
              </a:tblGrid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ID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Requisito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Descrição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1390621604"/>
                  </a:ext>
                </a:extLst>
              </a:tr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RF01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Iniciar jogo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Nova partida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2257105246"/>
                  </a:ext>
                </a:extLst>
              </a:tr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RF03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Mover peça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Jogadas válidas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3244713652"/>
                  </a:ext>
                </a:extLst>
              </a:tr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RF04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Validar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Confirmar regras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3287949615"/>
                  </a:ext>
                </a:extLst>
              </a:tr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RF08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Vitória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Declarar vencedor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1942035370"/>
                  </a:ext>
                </a:extLst>
              </a:tr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RF11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Jogo em rede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Multiplayer LAN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227745793"/>
                  </a:ext>
                </a:extLst>
              </a:tr>
              <a:tr h="536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RF13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Guardar jogo</a:t>
                      </a:r>
                    </a:p>
                  </a:txBody>
                  <a:tcPr marL="121833" marR="121833" marT="60916" marB="609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400"/>
                        <a:t>Gravar estado</a:t>
                      </a:r>
                    </a:p>
                  </a:txBody>
                  <a:tcPr marL="121833" marR="121833" marT="60916" marB="60916" anchor="ctr"/>
                </a:tc>
                <a:extLst>
                  <a:ext uri="{0D108BD9-81ED-4DB2-BD59-A6C34878D82A}">
                    <a16:rowId xmlns:a16="http://schemas.microsoft.com/office/drawing/2014/main" val="1358062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9880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9A7F3BF-8763-4074-AD77-92790AF3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8524535-5B45-412C-F4F0-F4AD614D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9356106" cy="1200329"/>
          </a:xfrm>
        </p:spPr>
        <p:txBody>
          <a:bodyPr anchor="t">
            <a:normAutofit/>
          </a:bodyPr>
          <a:lstStyle/>
          <a:p>
            <a:r>
              <a:rPr lang="pt-PT" sz="8000"/>
              <a:t>Fluxo do jogo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A9648D6-B41B-42D0-A817-AE2607B0B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4200" y="554152"/>
            <a:ext cx="574177" cy="1075866"/>
            <a:chOff x="10994200" y="554152"/>
            <a:chExt cx="574177" cy="1075866"/>
          </a:xfrm>
        </p:grpSpPr>
        <p:sp>
          <p:nvSpPr>
            <p:cNvPr id="12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13369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2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55951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solidFill>
              <a:schemeClr val="accent2"/>
            </a:solidFill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94200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2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362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81F62C42-E6A7-5670-C305-1C67A03F34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3173683"/>
              </p:ext>
            </p:extLst>
          </p:nvPr>
        </p:nvGraphicFramePr>
        <p:xfrm>
          <a:off x="1188062" y="1825625"/>
          <a:ext cx="9356107" cy="439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30041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78E4B3-647F-44C0-7E7F-0CCE07DE5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1128094"/>
            <a:ext cx="3434180" cy="1415270"/>
          </a:xfrm>
          <a:prstGeom prst="ellipse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Git e Processo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D7575E-88D2-B771-681D-46A7E5541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576457" cy="6858000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Marcador de Posição de Conteúdo 3" descr="Uma imagem com texto, captura de ecrã, número, Tipo de letra&#10;&#10;Os conteúdos gerados por IA poderão estar incorretos.">
            <a:extLst>
              <a:ext uri="{FF2B5EF4-FFF2-40B4-BE49-F238E27FC236}">
                <a16:creationId xmlns:a16="http://schemas.microsoft.com/office/drawing/2014/main" id="{D9D052E4-5DD9-54D6-A9AC-C4EC1DA90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9235" y="1239093"/>
            <a:ext cx="6221895" cy="438643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9939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CA239BC0-B769-E57A-4444-1DB0072CDCE4}"/>
              </a:ext>
            </a:extLst>
          </p:cNvPr>
          <p:cNvSpPr txBox="1"/>
          <p:nvPr/>
        </p:nvSpPr>
        <p:spPr>
          <a:xfrm>
            <a:off x="8153400" y="2543364"/>
            <a:ext cx="3434180" cy="3599019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286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Cada membro → 1 branch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Commits individuais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Merge final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554456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1">
            <a:extLst>
              <a:ext uri="{FF2B5EF4-FFF2-40B4-BE49-F238E27FC236}">
                <a16:creationId xmlns:a16="http://schemas.microsoft.com/office/drawing/2014/main" id="{8A95209C-5275-4E15-8EA7-7F42980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Uma imagem com arte manual, Arte em papel, interior, Artes criativas&#10;&#10;Os conteúdos gerados por IA poderão estar incorretos.">
            <a:extLst>
              <a:ext uri="{FF2B5EF4-FFF2-40B4-BE49-F238E27FC236}">
                <a16:creationId xmlns:a16="http://schemas.microsoft.com/office/drawing/2014/main" id="{353C9FDA-4B24-E38D-2FFC-10D6D146651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7388" r="-1" b="16027"/>
          <a:stretch>
            <a:fillRect/>
          </a:stretch>
        </p:blipFill>
        <p:spPr>
          <a:xfrm>
            <a:off x="20" y="10"/>
            <a:ext cx="1218893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765CD55-EA99-3F41-593D-CF1314E0C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1124712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>
                <a:solidFill>
                  <a:schemeClr val="bg1"/>
                </a:solidFill>
              </a:rPr>
              <a:t>Conclusão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73CE457-66C1-BDFF-17FC-9A1AE0F82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7048" y="4599432"/>
            <a:ext cx="9144000" cy="1227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>
                <a:solidFill>
                  <a:schemeClr val="bg1"/>
                </a:solidFill>
              </a:rPr>
              <a:t>Preparem-se a batalha pelo putahi vai começar!</a:t>
            </a:r>
          </a:p>
        </p:txBody>
      </p:sp>
      <p:sp>
        <p:nvSpPr>
          <p:cNvPr id="24" name="sketchy box">
            <a:extLst>
              <a:ext uri="{FF2B5EF4-FFF2-40B4-BE49-F238E27FC236}">
                <a16:creationId xmlns:a16="http://schemas.microsoft.com/office/drawing/2014/main" id="{4F2ED431-E304-4FF0-9F4E-032783C9D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38200" y="720953"/>
            <a:ext cx="10515600" cy="5416094"/>
          </a:xfrm>
          <a:custGeom>
            <a:avLst/>
            <a:gdLst>
              <a:gd name="csX0" fmla="*/ 0 w 10515600"/>
              <a:gd name="csY0" fmla="*/ 0 h 5416094"/>
              <a:gd name="csX1" fmla="*/ 552069 w 10515600"/>
              <a:gd name="csY1" fmla="*/ 0 h 5416094"/>
              <a:gd name="csX2" fmla="*/ 893826 w 10515600"/>
              <a:gd name="csY2" fmla="*/ 0 h 5416094"/>
              <a:gd name="csX3" fmla="*/ 1761363 w 10515600"/>
              <a:gd name="csY3" fmla="*/ 0 h 5416094"/>
              <a:gd name="csX4" fmla="*/ 2313432 w 10515600"/>
              <a:gd name="csY4" fmla="*/ 0 h 5416094"/>
              <a:gd name="csX5" fmla="*/ 2865501 w 10515600"/>
              <a:gd name="csY5" fmla="*/ 0 h 5416094"/>
              <a:gd name="csX6" fmla="*/ 3733038 w 10515600"/>
              <a:gd name="csY6" fmla="*/ 0 h 5416094"/>
              <a:gd name="csX7" fmla="*/ 4179951 w 10515600"/>
              <a:gd name="csY7" fmla="*/ 0 h 5416094"/>
              <a:gd name="csX8" fmla="*/ 5047488 w 10515600"/>
              <a:gd name="csY8" fmla="*/ 0 h 5416094"/>
              <a:gd name="csX9" fmla="*/ 5915025 w 10515600"/>
              <a:gd name="csY9" fmla="*/ 0 h 5416094"/>
              <a:gd name="csX10" fmla="*/ 6572250 w 10515600"/>
              <a:gd name="csY10" fmla="*/ 0 h 5416094"/>
              <a:gd name="csX11" fmla="*/ 7439787 w 10515600"/>
              <a:gd name="csY11" fmla="*/ 0 h 5416094"/>
              <a:gd name="csX12" fmla="*/ 7991856 w 10515600"/>
              <a:gd name="csY12" fmla="*/ 0 h 5416094"/>
              <a:gd name="csX13" fmla="*/ 8543925 w 10515600"/>
              <a:gd name="csY13" fmla="*/ 0 h 5416094"/>
              <a:gd name="csX14" fmla="*/ 9306306 w 10515600"/>
              <a:gd name="csY14" fmla="*/ 0 h 5416094"/>
              <a:gd name="csX15" fmla="*/ 9858375 w 10515600"/>
              <a:gd name="csY15" fmla="*/ 0 h 5416094"/>
              <a:gd name="csX16" fmla="*/ 10515600 w 10515600"/>
              <a:gd name="csY16" fmla="*/ 0 h 5416094"/>
              <a:gd name="csX17" fmla="*/ 10515600 w 10515600"/>
              <a:gd name="csY17" fmla="*/ 785334 h 5416094"/>
              <a:gd name="csX18" fmla="*/ 10515600 w 10515600"/>
              <a:gd name="csY18" fmla="*/ 1516506 h 5416094"/>
              <a:gd name="csX19" fmla="*/ 10515600 w 10515600"/>
              <a:gd name="csY19" fmla="*/ 2247679 h 5416094"/>
              <a:gd name="csX20" fmla="*/ 10515600 w 10515600"/>
              <a:gd name="csY20" fmla="*/ 2762208 h 5416094"/>
              <a:gd name="csX21" fmla="*/ 10515600 w 10515600"/>
              <a:gd name="csY21" fmla="*/ 3330898 h 5416094"/>
              <a:gd name="csX22" fmla="*/ 10515600 w 10515600"/>
              <a:gd name="csY22" fmla="*/ 4062071 h 5416094"/>
              <a:gd name="csX23" fmla="*/ 10515600 w 10515600"/>
              <a:gd name="csY23" fmla="*/ 4684921 h 5416094"/>
              <a:gd name="csX24" fmla="*/ 10515600 w 10515600"/>
              <a:gd name="csY24" fmla="*/ 5416094 h 5416094"/>
              <a:gd name="csX25" fmla="*/ 9753219 w 10515600"/>
              <a:gd name="csY25" fmla="*/ 5416094 h 5416094"/>
              <a:gd name="csX26" fmla="*/ 9411462 w 10515600"/>
              <a:gd name="csY26" fmla="*/ 5416094 h 5416094"/>
              <a:gd name="csX27" fmla="*/ 8754237 w 10515600"/>
              <a:gd name="csY27" fmla="*/ 5416094 h 5416094"/>
              <a:gd name="csX28" fmla="*/ 8307324 w 10515600"/>
              <a:gd name="csY28" fmla="*/ 5416094 h 5416094"/>
              <a:gd name="csX29" fmla="*/ 7544943 w 10515600"/>
              <a:gd name="csY29" fmla="*/ 5416094 h 5416094"/>
              <a:gd name="csX30" fmla="*/ 7098030 w 10515600"/>
              <a:gd name="csY30" fmla="*/ 5416094 h 5416094"/>
              <a:gd name="csX31" fmla="*/ 6335649 w 10515600"/>
              <a:gd name="csY31" fmla="*/ 5416094 h 5416094"/>
              <a:gd name="csX32" fmla="*/ 5993892 w 10515600"/>
              <a:gd name="csY32" fmla="*/ 5416094 h 5416094"/>
              <a:gd name="csX33" fmla="*/ 5231511 w 10515600"/>
              <a:gd name="csY33" fmla="*/ 5416094 h 5416094"/>
              <a:gd name="csX34" fmla="*/ 4784598 w 10515600"/>
              <a:gd name="csY34" fmla="*/ 5416094 h 5416094"/>
              <a:gd name="csX35" fmla="*/ 4442841 w 10515600"/>
              <a:gd name="csY35" fmla="*/ 5416094 h 5416094"/>
              <a:gd name="csX36" fmla="*/ 3995928 w 10515600"/>
              <a:gd name="csY36" fmla="*/ 5416094 h 5416094"/>
              <a:gd name="csX37" fmla="*/ 3233547 w 10515600"/>
              <a:gd name="csY37" fmla="*/ 5416094 h 5416094"/>
              <a:gd name="csX38" fmla="*/ 2786634 w 10515600"/>
              <a:gd name="csY38" fmla="*/ 5416094 h 5416094"/>
              <a:gd name="csX39" fmla="*/ 2444877 w 10515600"/>
              <a:gd name="csY39" fmla="*/ 5416094 h 5416094"/>
              <a:gd name="csX40" fmla="*/ 1997964 w 10515600"/>
              <a:gd name="csY40" fmla="*/ 5416094 h 5416094"/>
              <a:gd name="csX41" fmla="*/ 1445895 w 10515600"/>
              <a:gd name="csY41" fmla="*/ 5416094 h 5416094"/>
              <a:gd name="csX42" fmla="*/ 788670 w 10515600"/>
              <a:gd name="csY42" fmla="*/ 5416094 h 5416094"/>
              <a:gd name="csX43" fmla="*/ 0 w 10515600"/>
              <a:gd name="csY43" fmla="*/ 5416094 h 5416094"/>
              <a:gd name="csX44" fmla="*/ 0 w 10515600"/>
              <a:gd name="csY44" fmla="*/ 4630760 h 5416094"/>
              <a:gd name="csX45" fmla="*/ 0 w 10515600"/>
              <a:gd name="csY45" fmla="*/ 3953749 h 5416094"/>
              <a:gd name="csX46" fmla="*/ 0 w 10515600"/>
              <a:gd name="csY46" fmla="*/ 3276737 h 5416094"/>
              <a:gd name="csX47" fmla="*/ 0 w 10515600"/>
              <a:gd name="csY47" fmla="*/ 2599725 h 5416094"/>
              <a:gd name="csX48" fmla="*/ 0 w 10515600"/>
              <a:gd name="csY48" fmla="*/ 1922713 h 5416094"/>
              <a:gd name="csX49" fmla="*/ 0 w 10515600"/>
              <a:gd name="csY49" fmla="*/ 1299863 h 5416094"/>
              <a:gd name="csX50" fmla="*/ 0 w 10515600"/>
              <a:gd name="csY50" fmla="*/ 0 h 5416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515600" h="5416094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24919" y="196329"/>
                  <a:pt x="10549062" y="488432"/>
                  <a:pt x="10515600" y="785334"/>
                </a:cubicBezTo>
                <a:cubicBezTo>
                  <a:pt x="10482138" y="1082236"/>
                  <a:pt x="10536385" y="1323726"/>
                  <a:pt x="10515600" y="1516506"/>
                </a:cubicBezTo>
                <a:cubicBezTo>
                  <a:pt x="10494815" y="1709286"/>
                  <a:pt x="10546328" y="2097632"/>
                  <a:pt x="10515600" y="2247679"/>
                </a:cubicBezTo>
                <a:cubicBezTo>
                  <a:pt x="10484872" y="2397726"/>
                  <a:pt x="10491771" y="2577292"/>
                  <a:pt x="10515600" y="2762208"/>
                </a:cubicBezTo>
                <a:cubicBezTo>
                  <a:pt x="10539429" y="2947124"/>
                  <a:pt x="10511007" y="3105736"/>
                  <a:pt x="10515600" y="3330898"/>
                </a:cubicBezTo>
                <a:cubicBezTo>
                  <a:pt x="10520194" y="3556060"/>
                  <a:pt x="10497393" y="3882611"/>
                  <a:pt x="10515600" y="4062071"/>
                </a:cubicBezTo>
                <a:cubicBezTo>
                  <a:pt x="10533807" y="4241531"/>
                  <a:pt x="10544791" y="4505155"/>
                  <a:pt x="10515600" y="4684921"/>
                </a:cubicBezTo>
                <a:cubicBezTo>
                  <a:pt x="10486410" y="4864687"/>
                  <a:pt x="10497356" y="5246484"/>
                  <a:pt x="10515600" y="5416094"/>
                </a:cubicBezTo>
                <a:cubicBezTo>
                  <a:pt x="10245623" y="5445692"/>
                  <a:pt x="10029676" y="5415505"/>
                  <a:pt x="9753219" y="5416094"/>
                </a:cubicBezTo>
                <a:cubicBezTo>
                  <a:pt x="9476762" y="5416683"/>
                  <a:pt x="9553148" y="5422760"/>
                  <a:pt x="9411462" y="5416094"/>
                </a:cubicBezTo>
                <a:cubicBezTo>
                  <a:pt x="9269776" y="5409428"/>
                  <a:pt x="8927709" y="5385012"/>
                  <a:pt x="8754237" y="5416094"/>
                </a:cubicBezTo>
                <a:cubicBezTo>
                  <a:pt x="8580766" y="5447176"/>
                  <a:pt x="8413264" y="5410024"/>
                  <a:pt x="8307324" y="5416094"/>
                </a:cubicBezTo>
                <a:cubicBezTo>
                  <a:pt x="8201384" y="5422164"/>
                  <a:pt x="7912690" y="5421686"/>
                  <a:pt x="7544943" y="5416094"/>
                </a:cubicBezTo>
                <a:cubicBezTo>
                  <a:pt x="7177196" y="5410502"/>
                  <a:pt x="7304235" y="5418502"/>
                  <a:pt x="7098030" y="5416094"/>
                </a:cubicBezTo>
                <a:cubicBezTo>
                  <a:pt x="6891825" y="5413686"/>
                  <a:pt x="6541479" y="5434609"/>
                  <a:pt x="6335649" y="5416094"/>
                </a:cubicBezTo>
                <a:cubicBezTo>
                  <a:pt x="6129819" y="5397579"/>
                  <a:pt x="6106541" y="5402791"/>
                  <a:pt x="5993892" y="5416094"/>
                </a:cubicBezTo>
                <a:cubicBezTo>
                  <a:pt x="5881243" y="5429397"/>
                  <a:pt x="5545248" y="5437743"/>
                  <a:pt x="5231511" y="5416094"/>
                </a:cubicBezTo>
                <a:cubicBezTo>
                  <a:pt x="4917774" y="5394445"/>
                  <a:pt x="4963237" y="5426599"/>
                  <a:pt x="4784598" y="5416094"/>
                </a:cubicBezTo>
                <a:cubicBezTo>
                  <a:pt x="4605959" y="5405589"/>
                  <a:pt x="4605904" y="5406658"/>
                  <a:pt x="4442841" y="5416094"/>
                </a:cubicBezTo>
                <a:cubicBezTo>
                  <a:pt x="4279778" y="5425530"/>
                  <a:pt x="4177180" y="5426138"/>
                  <a:pt x="3995928" y="5416094"/>
                </a:cubicBezTo>
                <a:cubicBezTo>
                  <a:pt x="3814676" y="5406050"/>
                  <a:pt x="3516440" y="5429234"/>
                  <a:pt x="3233547" y="5416094"/>
                </a:cubicBezTo>
                <a:cubicBezTo>
                  <a:pt x="2950654" y="5402954"/>
                  <a:pt x="2884354" y="5436103"/>
                  <a:pt x="2786634" y="5416094"/>
                </a:cubicBezTo>
                <a:cubicBezTo>
                  <a:pt x="2688914" y="5396085"/>
                  <a:pt x="2522958" y="5423232"/>
                  <a:pt x="2444877" y="5416094"/>
                </a:cubicBezTo>
                <a:cubicBezTo>
                  <a:pt x="2366796" y="5408956"/>
                  <a:pt x="2104768" y="5395479"/>
                  <a:pt x="1997964" y="5416094"/>
                </a:cubicBezTo>
                <a:cubicBezTo>
                  <a:pt x="1891160" y="5436709"/>
                  <a:pt x="1573016" y="5412376"/>
                  <a:pt x="1445895" y="5416094"/>
                </a:cubicBezTo>
                <a:cubicBezTo>
                  <a:pt x="1318774" y="5419812"/>
                  <a:pt x="986443" y="5400529"/>
                  <a:pt x="788670" y="5416094"/>
                </a:cubicBezTo>
                <a:cubicBezTo>
                  <a:pt x="590897" y="5431659"/>
                  <a:pt x="363709" y="5381266"/>
                  <a:pt x="0" y="5416094"/>
                </a:cubicBezTo>
                <a:cubicBezTo>
                  <a:pt x="-22973" y="5218643"/>
                  <a:pt x="-26699" y="5010779"/>
                  <a:pt x="0" y="4630760"/>
                </a:cubicBezTo>
                <a:cubicBezTo>
                  <a:pt x="26699" y="4250741"/>
                  <a:pt x="-15389" y="4196664"/>
                  <a:pt x="0" y="3953749"/>
                </a:cubicBezTo>
                <a:cubicBezTo>
                  <a:pt x="15389" y="3710834"/>
                  <a:pt x="468" y="3611311"/>
                  <a:pt x="0" y="3276737"/>
                </a:cubicBezTo>
                <a:cubicBezTo>
                  <a:pt x="-468" y="2942163"/>
                  <a:pt x="15360" y="2781998"/>
                  <a:pt x="0" y="2599725"/>
                </a:cubicBezTo>
                <a:cubicBezTo>
                  <a:pt x="-15360" y="2417452"/>
                  <a:pt x="14816" y="2100232"/>
                  <a:pt x="0" y="1922713"/>
                </a:cubicBezTo>
                <a:cubicBezTo>
                  <a:pt x="-14816" y="1745194"/>
                  <a:pt x="-24648" y="1604167"/>
                  <a:pt x="0" y="1299863"/>
                </a:cubicBezTo>
                <a:cubicBezTo>
                  <a:pt x="24648" y="995559"/>
                  <a:pt x="2182" y="279525"/>
                  <a:pt x="0" y="0"/>
                </a:cubicBezTo>
                <a:close/>
              </a:path>
            </a:pathLst>
          </a:custGeom>
          <a:noFill/>
          <a:ln w="4762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ketchy line">
            <a:extLst>
              <a:ext uri="{FF2B5EF4-FFF2-40B4-BE49-F238E27FC236}">
                <a16:creationId xmlns:a16="http://schemas.microsoft.com/office/drawing/2014/main" id="{4E87FCFB-2CCE-460D-B3DD-557C8BD1B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4194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127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7275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Ecrã Panorâmico</PresentationFormat>
  <Paragraphs>0</Paragraphs>
  <Slides>11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2" baseType="lpstr">
      <vt:lpstr>Tema do Office</vt:lpstr>
      <vt:lpstr>Jogo Mu Torere  </vt:lpstr>
      <vt:lpstr>O que é o MuTorere ?</vt:lpstr>
      <vt:lpstr>Origem e Historia</vt:lpstr>
      <vt:lpstr>Tabuleiro e Componentes</vt:lpstr>
      <vt:lpstr>Regras do Jogo</vt:lpstr>
      <vt:lpstr>Analise </vt:lpstr>
      <vt:lpstr>Requisitos não funcionais</vt:lpstr>
      <vt:lpstr>Requisitos Funcionais</vt:lpstr>
      <vt:lpstr>Fluxo do jogo</vt:lpstr>
      <vt:lpstr>Git e Processo</vt:lpstr>
      <vt:lpstr>Conclusão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194</cp:revision>
  <dcterms:created xsi:type="dcterms:W3CDTF">2026-03-30T16:01:31Z</dcterms:created>
  <dcterms:modified xsi:type="dcterms:W3CDTF">2026-03-31T15:19:58Z</dcterms:modified>
</cp:coreProperties>
</file>