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 standalone="yes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<p:sldMasterIdLst><p:sldMasterId id="2147483648" r:id="rId2"/><p:sldMasterId id="2147483661" r:id="rId3"/><p:sldSz cx="12192000" cy="6858000"/><p:notesSz cx="7559675" cy="10691812"/>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endParaRPr b="0" lang="pt-PT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pt-PT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endParaRPr b="0" lang="pt-PT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endParaRPr b="0" lang="pt-PT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endParaRPr b="0" lang="pt-PT" sz="1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838080" y="365040"/>
            <a:ext cx="10515240" cy="614412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pt-PT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endParaRPr b="0" lang="pt-PT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endParaRPr b="0" lang="pt-PT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endParaRPr b="0" lang="pt-PT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endParaRPr b="0" lang="pt-PT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endParaRPr b="0" lang="pt-PT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endParaRPr b="0" lang="pt-PT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338580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393440" y="1825560"/>
            <a:ext cx="338580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7949160" y="1825560"/>
            <a:ext cx="338580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838080" y="4098240"/>
            <a:ext cx="338580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4393440" y="4098240"/>
            <a:ext cx="338580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7949160" y="4098240"/>
            <a:ext cx="338580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endParaRPr b="0" lang="pt-PT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pt-PT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endParaRPr b="0" lang="pt-PT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endParaRPr b="0" lang="pt-PT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endParaRPr b="0" lang="pt-PT" sz="1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838080" y="365040"/>
            <a:ext cx="10515240" cy="614412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pt-PT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endParaRPr b="0" lang="pt-PT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endParaRPr b="0" lang="pt-PT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body"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endParaRPr b="0" lang="pt-PT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endParaRPr b="0" lang="pt-PT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body"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endParaRPr b="0" lang="pt-PT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body"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endParaRPr b="0" lang="pt-PT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338580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body"/>
          </p:nvPr>
        </p:nvSpPr>
        <p:spPr>
          <a:xfrm>
            <a:off x="4393440" y="1825560"/>
            <a:ext cx="338580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 type="body"/>
          </p:nvPr>
        </p:nvSpPr>
        <p:spPr>
          <a:xfrm>
            <a:off x="7949160" y="1825560"/>
            <a:ext cx="338580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 type="body"/>
          </p:nvPr>
        </p:nvSpPr>
        <p:spPr>
          <a:xfrm>
            <a:off x="838080" y="4098240"/>
            <a:ext cx="338580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 type="body"/>
          </p:nvPr>
        </p:nvSpPr>
        <p:spPr>
          <a:xfrm>
            <a:off x="4393440" y="4098240"/>
            <a:ext cx="338580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 type="body"/>
          </p:nvPr>
        </p:nvSpPr>
        <p:spPr>
          <a:xfrm>
            <a:off x="7949160" y="4098240"/>
            <a:ext cx="3385800" cy="207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PT" sz="2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anchor="b">
            <a:noAutofit/>
          </a:bodyPr>
          <a:p>
            <a:pPr algn="ctr">
              <a:lnSpc>
                <a:spcPct val="90000"/>
              </a:lnSpc>
            </a:pPr>
            <a:r>
              <a:rPr b="0" lang="pt-PT" sz="6000" spc="-1" strike="noStrike">
                <a:solidFill>
                  <a:srgbClr val="000000"/>
                </a:solidFill>
                <a:latin typeface="Aptos Display"/>
              </a:rPr>
              <a:t>Clique para editar o estilo</a:t>
            </a:r>
            <a:endParaRPr b="0" lang="pt-PT" sz="60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</p:spPr>
        <p:txBody>
          <a:bodyPr anchor="ctr">
            <a:noAutofit/>
          </a:bodyPr>
          <a:p>
            <a:pPr>
              <a:lnSpc>
                <a:spcPct val="100000"/>
              </a:lnSpc>
            </a:pPr>
            <a:fld id="{F252329E-1FAA-46D0-9BB0-DC580E130763}" type="datetime">
              <a:rPr b="0" lang="pt-PT" sz="1200" spc="-1" strike="noStrike">
                <a:solidFill>
                  <a:srgbClr val="787878"/>
                </a:solidFill>
                <a:latin typeface="Aptos"/>
              </a:rPr>
              <a:t>13-04-2026</a:t>
            </a:fld>
            <a:endParaRPr b="0" lang="pt-PT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</p:spPr>
        <p:txBody>
          <a:bodyPr anchor="ctr">
            <a:noAutofit/>
          </a:bodyPr>
          <a:p>
            <a:endParaRPr b="0" lang="pt-PT" sz="2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</p:spPr>
        <p:txBody>
          <a:bodyPr anchor="ctr">
            <a:noAutofit/>
          </a:bodyPr>
          <a:p>
            <a:pPr algn="r">
              <a:lnSpc>
                <a:spcPct val="100000"/>
              </a:lnSpc>
            </a:pPr>
            <a:fld id="{E58DEA72-AA85-406F-8E07-21699F90C4D7}" type="slidenum">
              <a:rPr b="0" lang="pt-PT" sz="1200" spc="-1" strike="noStrike">
                <a:solidFill>
                  <a:srgbClr val="787878"/>
                </a:solidFill>
                <a:latin typeface="Aptos"/>
              </a:rPr>
              <a:t>1</a:t>
            </a:fld>
            <a:endParaRPr b="0" lang="pt-PT" sz="12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800" spc="-1" strike="noStrike">
                <a:solidFill>
                  <a:srgbClr val="000000"/>
                </a:solidFill>
                <a:latin typeface="Aptos"/>
              </a:rPr>
              <a:t>Click to edit the outline text format</a:t>
            </a:r>
            <a:endParaRPr b="0" lang="pt-PT" sz="2800" spc="-1" strike="noStrike">
              <a:solidFill>
                <a:srgbClr val="000000"/>
              </a:solidFill>
              <a:latin typeface="Apto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000" spc="-1" strike="noStrike">
                <a:solidFill>
                  <a:srgbClr val="000000"/>
                </a:solidFill>
                <a:latin typeface="Aptos"/>
              </a:rPr>
              <a:t>Second Outline Level</a:t>
            </a:r>
            <a:endParaRPr b="0" lang="pt-PT" sz="2000" spc="-1" strike="noStrike">
              <a:solidFill>
                <a:srgbClr val="000000"/>
              </a:solidFill>
              <a:latin typeface="Aptos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pc="-1" strike="noStrike">
                <a:solidFill>
                  <a:srgbClr val="000000"/>
                </a:solidFill>
                <a:latin typeface="Aptos"/>
              </a:rPr>
              <a:t>Third Outline Level</a:t>
            </a:r>
            <a:endParaRPr b="0" lang="pt-PT" sz="1800" spc="-1" strike="noStrike">
              <a:solidFill>
                <a:srgbClr val="000000"/>
              </a:solidFill>
              <a:latin typeface="Aptos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pc="-1" strike="noStrike">
                <a:solidFill>
                  <a:srgbClr val="000000"/>
                </a:solidFill>
                <a:latin typeface="Aptos"/>
              </a:rPr>
              <a:t>Fourth Outline Level</a:t>
            </a:r>
            <a:endParaRPr b="0" lang="pt-PT" sz="1800" spc="-1" strike="noStrike">
              <a:solidFill>
                <a:srgbClr val="000000"/>
              </a:solidFill>
              <a:latin typeface="Aptos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ptos"/>
              </a:rPr>
              <a:t>Fifth Outline Level</a:t>
            </a:r>
            <a:endParaRPr b="0" lang="pt-PT" sz="2000" spc="-1" strike="noStrike">
              <a:solidFill>
                <a:srgbClr val="000000"/>
              </a:solidFill>
              <a:latin typeface="Aptos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ptos"/>
              </a:rPr>
              <a:t>Sixth Outline Level</a:t>
            </a:r>
            <a:endParaRPr b="0" lang="pt-PT" sz="2000" spc="-1" strike="noStrike">
              <a:solidFill>
                <a:srgbClr val="000000"/>
              </a:solidFill>
              <a:latin typeface="Aptos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ptos"/>
              </a:rPr>
              <a:t>Seventh Outline Level</a:t>
            </a:r>
            <a:endParaRPr b="0" lang="pt-PT" sz="20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</p:spPr>
        <p:txBody>
          <a:bodyPr anchor="ctr">
            <a:noAutofit/>
          </a:bodyPr>
          <a:p>
            <a:pPr>
              <a:lnSpc>
                <a:spcPct val="90000"/>
              </a:lnSpc>
            </a:pPr>
            <a:r>
              <a:rPr b="0" lang="pt-PT" sz="4400" spc="-1" strike="noStrike">
                <a:solidFill>
                  <a:srgbClr val="000000"/>
                </a:solidFill>
                <a:latin typeface="Aptos Display"/>
              </a:rPr>
              <a:t>Clique para editar o estilo</a:t>
            </a:r>
            <a:endParaRPr b="0" lang="pt-PT" sz="44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</p:spPr>
        <p:txBody>
          <a:bodyPr>
            <a:noAutofit/>
          </a:bodyPr>
          <a:p>
            <a:pPr marL="228600" indent="-2282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pt-PT" sz="2800" spc="-1" strike="noStrike">
                <a:solidFill>
                  <a:srgbClr val="000000"/>
                </a:solidFill>
                <a:latin typeface="Aptos"/>
              </a:rPr>
              <a:t>Clique para editar os estilos</a:t>
            </a:r>
            <a:endParaRPr b="0" lang="pt-PT" sz="2800" spc="-1" strike="noStrike">
              <a:solidFill>
                <a:srgbClr val="000000"/>
              </a:solidFill>
              <a:latin typeface="Aptos"/>
            </a:endParaRPr>
          </a:p>
          <a:p>
            <a:pPr lvl="1" marL="685800" indent="-22824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pt-PT" sz="2400" spc="-1" strike="noStrike">
                <a:solidFill>
                  <a:srgbClr val="000000"/>
                </a:solidFill>
                <a:latin typeface="Aptos"/>
              </a:rPr>
              <a:t>Segundo nível</a:t>
            </a:r>
            <a:endParaRPr b="0" lang="pt-PT" sz="2400" spc="-1" strike="noStrike">
              <a:solidFill>
                <a:srgbClr val="000000"/>
              </a:solidFill>
              <a:latin typeface="Aptos"/>
            </a:endParaRPr>
          </a:p>
          <a:p>
            <a:pPr lvl="2" marL="1143000" indent="-22824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pt-PT" sz="2000" spc="-1" strike="noStrike">
                <a:solidFill>
                  <a:srgbClr val="000000"/>
                </a:solidFill>
                <a:latin typeface="Aptos"/>
              </a:rPr>
              <a:t>Terceiro nível</a:t>
            </a:r>
            <a:endParaRPr b="0" lang="pt-PT" sz="2000" spc="-1" strike="noStrike">
              <a:solidFill>
                <a:srgbClr val="000000"/>
              </a:solidFill>
              <a:latin typeface="Aptos"/>
            </a:endParaRPr>
          </a:p>
          <a:p>
            <a:pPr lvl="3" marL="1600200" indent="-22824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pt-PT" sz="1800" spc="-1" strike="noStrike">
                <a:solidFill>
                  <a:srgbClr val="000000"/>
                </a:solidFill>
                <a:latin typeface="Aptos"/>
              </a:rPr>
              <a:t>Quarto nível</a:t>
            </a:r>
            <a:endParaRPr b="0" lang="pt-PT" sz="1800" spc="-1" strike="noStrike">
              <a:solidFill>
                <a:srgbClr val="000000"/>
              </a:solidFill>
              <a:latin typeface="Aptos"/>
            </a:endParaRPr>
          </a:p>
          <a:p>
            <a:pPr lvl="4" marL="2057400" indent="-22824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pt-PT" sz="1800" spc="-1" strike="noStrike">
                <a:solidFill>
                  <a:srgbClr val="000000"/>
                </a:solidFill>
                <a:latin typeface="Aptos"/>
              </a:rPr>
              <a:t>Quinto nível</a:t>
            </a:r>
            <a:endParaRPr b="0" lang="pt-PT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</p:spPr>
        <p:txBody>
          <a:bodyPr anchor="ctr">
            <a:noAutofit/>
          </a:bodyPr>
          <a:p>
            <a:pPr>
              <a:lnSpc>
                <a:spcPct val="100000"/>
              </a:lnSpc>
            </a:pPr>
            <a:fld id="{47FF4FFA-95C6-4AE3-9EDD-9F286C04E8A9}" type="datetime">
              <a:rPr b="0" lang="pt-PT" sz="1200" spc="-1" strike="noStrike">
                <a:solidFill>
                  <a:srgbClr val="787878"/>
                </a:solidFill>
                <a:latin typeface="Aptos"/>
              </a:rPr>
              <a:t>13-04-2026</a:t>
            </a:fld>
            <a:endParaRPr b="0" lang="pt-PT" sz="12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</p:spPr>
        <p:txBody>
          <a:bodyPr anchor="ctr">
            <a:noAutofit/>
          </a:bodyPr>
          <a:p>
            <a:endParaRPr b="0" lang="pt-PT" sz="2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</p:spPr>
        <p:txBody>
          <a:bodyPr anchor="ctr">
            <a:noAutofit/>
          </a:bodyPr>
          <a:p>
            <a:pPr algn="r">
              <a:lnSpc>
                <a:spcPct val="100000"/>
              </a:lnSpc>
            </a:pPr>
            <a:fld id="{174C59AD-3886-48C9-A320-FE80B22ED4FA}" type="slidenum">
              <a:rPr b="0" lang="pt-PT" sz="1200" spc="-1" strike="noStrike">
                <a:solidFill>
                  <a:srgbClr val="787878"/>
                </a:solidFill>
                <a:latin typeface="Aptos"/>
              </a:rPr>
              <a:t>&lt;number&gt;</a:t>
            </a:fld>
            <a:endParaRPr b="0" lang="pt-PT" sz="12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Trio_Office/6.2.8.2$Windows_x86 LibreOffice_project/</Applicat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2026-03-30T16:01:31Z</dcterms:created>
  <dc:creator/>
  <dc:description/>
  <dc:language>pt-PT</dc:language>
  <cp:lastModifiedBy/>
  <dcterms:modified xsi:type="dcterms:W3CDTF">2026-04-13T22:56:43Z</dcterms:modified>
  <cp:revision>195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0</vt:bool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Ecrã Panorâmico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11</vt:i4>
  </property>
</Properties>
</file>